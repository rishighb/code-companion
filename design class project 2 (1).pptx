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2"/>
  </p:notesMasterIdLst>
  <p:handoutMasterIdLst>
    <p:handoutMasterId r:id="rId23"/>
  </p:handoutMasterIdLst>
  <p:sldIdLst>
    <p:sldId id="266" r:id="rId5"/>
    <p:sldId id="267" r:id="rId6"/>
    <p:sldId id="269" r:id="rId7"/>
    <p:sldId id="271" r:id="rId8"/>
    <p:sldId id="270" r:id="rId9"/>
    <p:sldId id="272" r:id="rId10"/>
    <p:sldId id="274" r:id="rId11"/>
    <p:sldId id="278" r:id="rId12"/>
    <p:sldId id="276" r:id="rId13"/>
    <p:sldId id="275" r:id="rId14"/>
    <p:sldId id="279" r:id="rId15"/>
    <p:sldId id="277" r:id="rId16"/>
    <p:sldId id="280" r:id="rId17"/>
    <p:sldId id="281" r:id="rId18"/>
    <p:sldId id="282" r:id="rId19"/>
    <p:sldId id="284" r:id="rId20"/>
    <p:sldId id="28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357" autoAdjust="0"/>
  </p:normalViewPr>
  <p:slideViewPr>
    <p:cSldViewPr snapToGrid="0">
      <p:cViewPr>
        <p:scale>
          <a:sx n="74" d="100"/>
          <a:sy n="74" d="100"/>
        </p:scale>
        <p:origin x="1042" y="163"/>
      </p:cViewPr>
      <p:guideLst/>
    </p:cSldViewPr>
  </p:slideViewPr>
  <p:outlineViewPr>
    <p:cViewPr>
      <p:scale>
        <a:sx n="33" d="100"/>
        <a:sy n="33" d="100"/>
      </p:scale>
      <p:origin x="0" y="-3138"/>
    </p:cViewPr>
  </p:outlineViewPr>
  <p:notesTextViewPr>
    <p:cViewPr>
      <p:scale>
        <a:sx n="1" d="1"/>
        <a:sy n="1" d="1"/>
      </p:scale>
      <p:origin x="0" y="0"/>
    </p:cViewPr>
  </p:notesTextViewPr>
  <p:notesViewPr>
    <p:cSldViewPr snapToGrid="0">
      <p:cViewPr varScale="1">
        <p:scale>
          <a:sx n="60" d="100"/>
          <a:sy n="60" d="100"/>
        </p:scale>
        <p:origin x="2424" y="19"/>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915FB8-7AFE-46C2-9A62-DAAE699E5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D249BB8-C1D6-4F34-BEAE-1AEC06B97C7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0E8B87-35CF-4BD9-9B75-A6B7F1AB1E2C}" type="datetimeFigureOut">
              <a:rPr lang="en-US" smtClean="0"/>
              <a:t>7/8/2025</a:t>
            </a:fld>
            <a:endParaRPr lang="en-US"/>
          </a:p>
        </p:txBody>
      </p:sp>
      <p:sp>
        <p:nvSpPr>
          <p:cNvPr id="4" name="Footer Placeholder 3">
            <a:extLst>
              <a:ext uri="{FF2B5EF4-FFF2-40B4-BE49-F238E27FC236}">
                <a16:creationId xmlns:a16="http://schemas.microsoft.com/office/drawing/2014/main" id="{1CD80203-719F-4FF2-A8D0-B7E86918DC1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96E161B-7C42-47AF-B17B-4DCD2C8A31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96322E-94BA-4E32-972C-92C7640D82DD}" type="slidenum">
              <a:rPr lang="en-US" smtClean="0"/>
              <a:t>‹#›</a:t>
            </a:fld>
            <a:endParaRPr lang="en-US"/>
          </a:p>
        </p:txBody>
      </p:sp>
    </p:spTree>
    <p:extLst>
      <p:ext uri="{BB962C8B-B14F-4D97-AF65-F5344CB8AC3E}">
        <p14:creationId xmlns:p14="http://schemas.microsoft.com/office/powerpoint/2010/main" val="31396064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32326D-A2F0-4093-98BE-D0ABF0B7E9EF}" type="datetimeFigureOut">
              <a:rPr lang="en-US" noProof="0" smtClean="0"/>
              <a:t>7/8/2025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3BD131-499C-46F9-A30E-AFCC6C068DAF}" type="slidenum">
              <a:rPr lang="en-US" noProof="0" smtClean="0"/>
              <a:t>‹#›</a:t>
            </a:fld>
            <a:endParaRPr lang="en-US" noProof="0"/>
          </a:p>
        </p:txBody>
      </p:sp>
    </p:spTree>
    <p:extLst>
      <p:ext uri="{BB962C8B-B14F-4D97-AF65-F5344CB8AC3E}">
        <p14:creationId xmlns:p14="http://schemas.microsoft.com/office/powerpoint/2010/main" val="1200853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listing all project collaborators, either use commas or bullets</a:t>
            </a:r>
          </a:p>
        </p:txBody>
      </p:sp>
      <p:sp>
        <p:nvSpPr>
          <p:cNvPr id="4" name="Slide Number Placeholder 3"/>
          <p:cNvSpPr>
            <a:spLocks noGrp="1"/>
          </p:cNvSpPr>
          <p:nvPr>
            <p:ph type="sldNum" sz="quarter" idx="10"/>
          </p:nvPr>
        </p:nvSpPr>
        <p:spPr/>
        <p:txBody>
          <a:bodyPr/>
          <a:lstStyle/>
          <a:p>
            <a:fld id="{213BD131-499C-46F9-A30E-AFCC6C068DAF}" type="slidenum">
              <a:rPr lang="en-US" smtClean="0"/>
              <a:t>1</a:t>
            </a:fld>
            <a:endParaRPr lang="en-US"/>
          </a:p>
        </p:txBody>
      </p:sp>
    </p:spTree>
    <p:extLst>
      <p:ext uri="{BB962C8B-B14F-4D97-AF65-F5344CB8AC3E}">
        <p14:creationId xmlns:p14="http://schemas.microsoft.com/office/powerpoint/2010/main" val="625478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3BD131-499C-46F9-A30E-AFCC6C068DAF}" type="slidenum">
              <a:rPr lang="en-US" noProof="0" smtClean="0"/>
              <a:t>2</a:t>
            </a:fld>
            <a:endParaRPr lang="en-US" noProof="0"/>
          </a:p>
        </p:txBody>
      </p:sp>
    </p:spTree>
    <p:extLst>
      <p:ext uri="{BB962C8B-B14F-4D97-AF65-F5344CB8AC3E}">
        <p14:creationId xmlns:p14="http://schemas.microsoft.com/office/powerpoint/2010/main" val="801287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Think about the questions listed above and answer them.</a:t>
            </a:r>
          </a:p>
          <a:p>
            <a:endParaRPr lang="en-US"/>
          </a:p>
          <a:p>
            <a:r>
              <a:rPr lang="en-US"/>
              <a:t>Can you think of anything else in regards to economy and trade that you would like to add?</a:t>
            </a:r>
          </a:p>
          <a:p>
            <a:endParaRPr lang="en-US"/>
          </a:p>
        </p:txBody>
      </p:sp>
      <p:sp>
        <p:nvSpPr>
          <p:cNvPr id="4" name="Slide Number Placeholder 3"/>
          <p:cNvSpPr>
            <a:spLocks noGrp="1"/>
          </p:cNvSpPr>
          <p:nvPr>
            <p:ph type="sldNum" sz="quarter" idx="10"/>
          </p:nvPr>
        </p:nvSpPr>
        <p:spPr/>
        <p:txBody>
          <a:bodyPr/>
          <a:lstStyle/>
          <a:p>
            <a:fld id="{213BD131-499C-46F9-A30E-AFCC6C068DAF}" type="slidenum">
              <a:rPr lang="en-US" smtClean="0"/>
              <a:t>3</a:t>
            </a:fld>
            <a:endParaRPr lang="en-US"/>
          </a:p>
        </p:txBody>
      </p:sp>
    </p:spTree>
    <p:extLst>
      <p:ext uri="{BB962C8B-B14F-4D97-AF65-F5344CB8AC3E}">
        <p14:creationId xmlns:p14="http://schemas.microsoft.com/office/powerpoint/2010/main" val="1878986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are the rules and laws of your colony? Think about what helps the colonists stay safe and maintain a healthy, happy colony.</a:t>
            </a:r>
          </a:p>
          <a:p>
            <a:endParaRPr lang="en-US"/>
          </a:p>
          <a:p>
            <a:r>
              <a:rPr lang="en-US"/>
              <a:t>In each shape…</a:t>
            </a:r>
          </a:p>
          <a:p>
            <a:pPr marL="171450" indent="-171450">
              <a:buFont typeface="Arial" panose="020B0604020202020204" pitchFamily="34" charset="0"/>
              <a:buChar char="•"/>
            </a:pPr>
            <a:r>
              <a:rPr lang="en-US"/>
              <a:t>Name the rule/law</a:t>
            </a:r>
          </a:p>
          <a:p>
            <a:pPr marL="171450" indent="-171450">
              <a:buFont typeface="Arial" panose="020B0604020202020204" pitchFamily="34" charset="0"/>
              <a:buChar char="•"/>
            </a:pPr>
            <a:r>
              <a:rPr lang="en-US"/>
              <a:t>Describe why it’s important for the colony/colonists</a:t>
            </a:r>
          </a:p>
          <a:p>
            <a:pPr marL="171450" indent="-171450">
              <a:buFont typeface="Arial" panose="020B0604020202020204" pitchFamily="34" charset="0"/>
              <a:buChar char="•"/>
            </a:pPr>
            <a:r>
              <a:rPr lang="en-US"/>
              <a:t>Explain the consequences for not following this rule/law</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To add more shapes, click on the last shape, then on SmartArt Tools -&gt; Design -&gt; Add Shape After</a:t>
            </a:r>
          </a:p>
          <a:p>
            <a:endParaRPr lang="en-US"/>
          </a:p>
          <a:p>
            <a:endParaRPr lang="en-US"/>
          </a:p>
        </p:txBody>
      </p:sp>
      <p:sp>
        <p:nvSpPr>
          <p:cNvPr id="4" name="Slide Number Placeholder 3"/>
          <p:cNvSpPr>
            <a:spLocks noGrp="1"/>
          </p:cNvSpPr>
          <p:nvPr>
            <p:ph type="sldNum" sz="quarter" idx="10"/>
          </p:nvPr>
        </p:nvSpPr>
        <p:spPr/>
        <p:txBody>
          <a:bodyPr/>
          <a:lstStyle/>
          <a:p>
            <a:fld id="{213BD131-499C-46F9-A30E-AFCC6C068DAF}" type="slidenum">
              <a:rPr lang="en-US" smtClean="0"/>
              <a:t>4</a:t>
            </a:fld>
            <a:endParaRPr lang="en-US"/>
          </a:p>
        </p:txBody>
      </p:sp>
    </p:spTree>
    <p:extLst>
      <p:ext uri="{BB962C8B-B14F-4D97-AF65-F5344CB8AC3E}">
        <p14:creationId xmlns:p14="http://schemas.microsoft.com/office/powerpoint/2010/main" val="3469543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SmartArt to determine the flow of government/leadership:</a:t>
            </a:r>
          </a:p>
          <a:p>
            <a:pPr marL="171450" indent="-171450">
              <a:buFont typeface="Arial" panose="020B0604020202020204" pitchFamily="34" charset="0"/>
              <a:buChar char="•"/>
            </a:pPr>
            <a:r>
              <a:rPr lang="en-US"/>
              <a:t>Who leads the colony (executive)? What is that person/are those people’s duties?</a:t>
            </a:r>
          </a:p>
          <a:p>
            <a:pPr marL="171450" indent="-171450">
              <a:buFont typeface="Arial" panose="020B0604020202020204" pitchFamily="34" charset="0"/>
              <a:buChar char="•"/>
            </a:pPr>
            <a:r>
              <a:rPr lang="en-US"/>
              <a:t>Who makes the rules (legislature)?</a:t>
            </a:r>
          </a:p>
          <a:p>
            <a:pPr marL="171450" indent="-171450">
              <a:buFont typeface="Arial" panose="020B0604020202020204" pitchFamily="34" charset="0"/>
              <a:buChar char="•"/>
            </a:pPr>
            <a:r>
              <a:rPr lang="en-US"/>
              <a:t>Who ensures the rules are followed (judicial)?</a:t>
            </a:r>
          </a:p>
          <a:p>
            <a:pPr marL="171450" indent="-171450">
              <a:buFont typeface="Arial" panose="020B0604020202020204" pitchFamily="34" charset="0"/>
              <a:buChar char="•"/>
            </a:pPr>
            <a:r>
              <a:rPr lang="en-US"/>
              <a:t>Are there any other branches of government? If so, who are they and what is their job?</a:t>
            </a:r>
          </a:p>
          <a:p>
            <a:pPr marL="628650" lvl="1" indent="-171450">
              <a:buFont typeface="Arial" panose="020B0604020202020204" pitchFamily="34" charset="0"/>
              <a:buChar char="•"/>
            </a:pPr>
            <a:r>
              <a:rPr lang="en-US"/>
              <a:t>To add more shapes, click on the left shape first, then on SmartArt Tools -&gt; Design -&gt; Add Shape After</a:t>
            </a:r>
          </a:p>
          <a:p>
            <a:pPr marL="628650" lvl="1" indent="-171450">
              <a:buFont typeface="Arial" panose="020B0604020202020204" pitchFamily="34" charset="0"/>
              <a:buChar char="•"/>
            </a:pPr>
            <a:r>
              <a:rPr lang="en-US"/>
              <a:t>Do the same for the shape to the right</a:t>
            </a:r>
          </a:p>
          <a:p>
            <a:pPr marL="628650" lvl="1" indent="-171450">
              <a:buFont typeface="Arial" panose="020B0604020202020204" pitchFamily="34" charset="0"/>
              <a:buChar char="•"/>
            </a:pPr>
            <a:endParaRPr lang="en-US"/>
          </a:p>
          <a:p>
            <a:pPr marL="0" lvl="0" indent="0">
              <a:buFont typeface="Arial" panose="020B0604020202020204" pitchFamily="34" charset="0"/>
              <a:buNone/>
            </a:pPr>
            <a:r>
              <a:rPr lang="en-US"/>
              <a:t>Feel free to rename the branches!</a:t>
            </a:r>
          </a:p>
          <a:p>
            <a:endParaRPr lang="en-US"/>
          </a:p>
          <a:p>
            <a:endParaRPr lang="en-US"/>
          </a:p>
        </p:txBody>
      </p:sp>
      <p:sp>
        <p:nvSpPr>
          <p:cNvPr id="4" name="Slide Number Placeholder 3"/>
          <p:cNvSpPr>
            <a:spLocks noGrp="1"/>
          </p:cNvSpPr>
          <p:nvPr>
            <p:ph type="sldNum" sz="quarter" idx="10"/>
          </p:nvPr>
        </p:nvSpPr>
        <p:spPr/>
        <p:txBody>
          <a:bodyPr/>
          <a:lstStyle/>
          <a:p>
            <a:fld id="{213BD131-499C-46F9-A30E-AFCC6C068DAF}" type="slidenum">
              <a:rPr lang="en-US" smtClean="0"/>
              <a:t>5</a:t>
            </a:fld>
            <a:endParaRPr lang="en-US"/>
          </a:p>
        </p:txBody>
      </p:sp>
    </p:spTree>
    <p:extLst>
      <p:ext uri="{BB962C8B-B14F-4D97-AF65-F5344CB8AC3E}">
        <p14:creationId xmlns:p14="http://schemas.microsoft.com/office/powerpoint/2010/main" val="2666234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*OPTIONAL SLIDE* </a:t>
            </a:r>
            <a:r>
              <a:rPr lang="en-US"/>
              <a:t>If you are interested in learning more about social groups, look up the caste or class system.</a:t>
            </a:r>
          </a:p>
        </p:txBody>
      </p:sp>
      <p:sp>
        <p:nvSpPr>
          <p:cNvPr id="4" name="Slide Number Placeholder 3"/>
          <p:cNvSpPr>
            <a:spLocks noGrp="1"/>
          </p:cNvSpPr>
          <p:nvPr>
            <p:ph type="sldNum" sz="quarter" idx="10"/>
          </p:nvPr>
        </p:nvSpPr>
        <p:spPr/>
        <p:txBody>
          <a:bodyPr/>
          <a:lstStyle/>
          <a:p>
            <a:fld id="{213BD131-499C-46F9-A30E-AFCC6C068DAF}" type="slidenum">
              <a:rPr lang="en-US" smtClean="0"/>
              <a:t>6</a:t>
            </a:fld>
            <a:endParaRPr lang="en-US"/>
          </a:p>
        </p:txBody>
      </p:sp>
    </p:spTree>
    <p:extLst>
      <p:ext uri="{BB962C8B-B14F-4D97-AF65-F5344CB8AC3E}">
        <p14:creationId xmlns:p14="http://schemas.microsoft.com/office/powerpoint/2010/main" val="5169463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the name of your colony song? </a:t>
            </a:r>
          </a:p>
          <a:p>
            <a:endParaRPr lang="en-US"/>
          </a:p>
          <a:p>
            <a:r>
              <a:rPr lang="en-US"/>
              <a:t>Write lyrics to the song and, if you are feeling creative, use a computer program or instruments to create the music that goes along with it!</a:t>
            </a:r>
          </a:p>
          <a:p>
            <a:pPr marL="171450" indent="-171450">
              <a:buFont typeface="Arial" panose="020B0604020202020204" pitchFamily="34" charset="0"/>
              <a:buChar char="•"/>
            </a:pPr>
            <a:r>
              <a:rPr lang="en-US"/>
              <a:t>To insert an audio file, click on Recording -&gt; Audio -&gt; Audio on My PC and choose your file</a:t>
            </a:r>
          </a:p>
          <a:p>
            <a:endParaRPr lang="en-US"/>
          </a:p>
          <a:p>
            <a:endParaRPr lang="en-US"/>
          </a:p>
        </p:txBody>
      </p:sp>
      <p:sp>
        <p:nvSpPr>
          <p:cNvPr id="4" name="Slide Number Placeholder 3"/>
          <p:cNvSpPr>
            <a:spLocks noGrp="1"/>
          </p:cNvSpPr>
          <p:nvPr>
            <p:ph type="sldNum" sz="quarter" idx="10"/>
          </p:nvPr>
        </p:nvSpPr>
        <p:spPr/>
        <p:txBody>
          <a:bodyPr/>
          <a:lstStyle/>
          <a:p>
            <a:fld id="{213BD131-499C-46F9-A30E-AFCC6C068DAF}" type="slidenum">
              <a:rPr lang="en-US" smtClean="0"/>
              <a:t>7</a:t>
            </a:fld>
            <a:endParaRPr lang="en-US"/>
          </a:p>
        </p:txBody>
      </p:sp>
    </p:spTree>
    <p:extLst>
      <p:ext uri="{BB962C8B-B14F-4D97-AF65-F5344CB8AC3E}">
        <p14:creationId xmlns:p14="http://schemas.microsoft.com/office/powerpoint/2010/main" val="3687325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Have fun with this slide! Use drawing paper or inking to create your colony’s flag, flower, bird, tree, and its most famous person!</a:t>
            </a:r>
          </a:p>
          <a:p>
            <a:endParaRPr lang="en-US"/>
          </a:p>
          <a:p>
            <a:pPr marL="171450" indent="-171450">
              <a:buFont typeface="Wingdings" panose="05000000000000000000" pitchFamily="2" charset="2"/>
              <a:buChar char="Ø"/>
            </a:pPr>
            <a:r>
              <a:rPr lang="en-US"/>
              <a:t>If you use drawing paper, take a photo and insert the image</a:t>
            </a:r>
          </a:p>
          <a:p>
            <a:pPr marL="171450" indent="-171450">
              <a:buFont typeface="Wingdings" panose="05000000000000000000" pitchFamily="2" charset="2"/>
              <a:buChar char="Ø"/>
            </a:pPr>
            <a:r>
              <a:rPr lang="en-US"/>
              <a:t>If you choose to use digital inking, click on the Draw tab and ink away!</a:t>
            </a:r>
          </a:p>
          <a:p>
            <a:endParaRPr lang="en-US"/>
          </a:p>
        </p:txBody>
      </p:sp>
      <p:sp>
        <p:nvSpPr>
          <p:cNvPr id="4" name="Slide Number Placeholder 3"/>
          <p:cNvSpPr>
            <a:spLocks noGrp="1"/>
          </p:cNvSpPr>
          <p:nvPr>
            <p:ph type="sldNum" sz="quarter" idx="10"/>
          </p:nvPr>
        </p:nvSpPr>
        <p:spPr/>
        <p:txBody>
          <a:bodyPr/>
          <a:lstStyle/>
          <a:p>
            <a:fld id="{213BD131-499C-46F9-A30E-AFCC6C068DAF}" type="slidenum">
              <a:rPr lang="en-US" smtClean="0"/>
              <a:t>10</a:t>
            </a:fld>
            <a:endParaRPr lang="en-US"/>
          </a:p>
        </p:txBody>
      </p:sp>
    </p:spTree>
    <p:extLst>
      <p:ext uri="{BB962C8B-B14F-4D97-AF65-F5344CB8AC3E}">
        <p14:creationId xmlns:p14="http://schemas.microsoft.com/office/powerpoint/2010/main" val="4016167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2" name="Freeform 5">
            <a:extLst>
              <a:ext uri="{FF2B5EF4-FFF2-40B4-BE49-F238E27FC236}">
                <a16:creationId xmlns:a16="http://schemas.microsoft.com/office/drawing/2014/main" id="{CACE694D-BAD8-4C0D-AFE9-67ABD7124C9E}"/>
              </a:ext>
            </a:extLst>
          </p:cNvPr>
          <p:cNvSpPr>
            <a:spLocks/>
          </p:cNvSpPr>
          <p:nvPr userDrawn="1"/>
        </p:nvSpPr>
        <p:spPr bwMode="auto">
          <a:xfrm>
            <a:off x="1194325" y="1536901"/>
            <a:ext cx="6831013" cy="4641850"/>
          </a:xfrm>
          <a:custGeom>
            <a:avLst/>
            <a:gdLst>
              <a:gd name="T0" fmla="*/ 22 w 4303"/>
              <a:gd name="T1" fmla="*/ 1534 h 2924"/>
              <a:gd name="T2" fmla="*/ 0 w 4303"/>
              <a:gd name="T3" fmla="*/ 1356 h 2924"/>
              <a:gd name="T4" fmla="*/ 6 w 4303"/>
              <a:gd name="T5" fmla="*/ 1189 h 2924"/>
              <a:gd name="T6" fmla="*/ 39 w 4303"/>
              <a:gd name="T7" fmla="*/ 1028 h 2924"/>
              <a:gd name="T8" fmla="*/ 122 w 4303"/>
              <a:gd name="T9" fmla="*/ 811 h 2924"/>
              <a:gd name="T10" fmla="*/ 306 w 4303"/>
              <a:gd name="T11" fmla="*/ 550 h 2924"/>
              <a:gd name="T12" fmla="*/ 551 w 4303"/>
              <a:gd name="T13" fmla="*/ 339 h 2924"/>
              <a:gd name="T14" fmla="*/ 852 w 4303"/>
              <a:gd name="T15" fmla="*/ 172 h 2924"/>
              <a:gd name="T16" fmla="*/ 1197 w 4303"/>
              <a:gd name="T17" fmla="*/ 61 h 2924"/>
              <a:gd name="T18" fmla="*/ 1564 w 4303"/>
              <a:gd name="T19" fmla="*/ 5 h 2924"/>
              <a:gd name="T20" fmla="*/ 1954 w 4303"/>
              <a:gd name="T21" fmla="*/ 5 h 2924"/>
              <a:gd name="T22" fmla="*/ 2366 w 4303"/>
              <a:gd name="T23" fmla="*/ 61 h 2924"/>
              <a:gd name="T24" fmla="*/ 2783 w 4303"/>
              <a:gd name="T25" fmla="*/ 172 h 2924"/>
              <a:gd name="T26" fmla="*/ 3190 w 4303"/>
              <a:gd name="T27" fmla="*/ 333 h 2924"/>
              <a:gd name="T28" fmla="*/ 3563 w 4303"/>
              <a:gd name="T29" fmla="*/ 539 h 2924"/>
              <a:gd name="T30" fmla="*/ 3880 w 4303"/>
              <a:gd name="T31" fmla="*/ 800 h 2924"/>
              <a:gd name="T32" fmla="*/ 4069 w 4303"/>
              <a:gd name="T33" fmla="*/ 1023 h 2924"/>
              <a:gd name="T34" fmla="*/ 4169 w 4303"/>
              <a:gd name="T35" fmla="*/ 1184 h 2924"/>
              <a:gd name="T36" fmla="*/ 4242 w 4303"/>
              <a:gd name="T37" fmla="*/ 1362 h 2924"/>
              <a:gd name="T38" fmla="*/ 4292 w 4303"/>
              <a:gd name="T39" fmla="*/ 1545 h 2924"/>
              <a:gd name="T40" fmla="*/ 4297 w 4303"/>
              <a:gd name="T41" fmla="*/ 1740 h 2924"/>
              <a:gd name="T42" fmla="*/ 4270 w 4303"/>
              <a:gd name="T43" fmla="*/ 1918 h 2924"/>
              <a:gd name="T44" fmla="*/ 4208 w 4303"/>
              <a:gd name="T45" fmla="*/ 2084 h 2924"/>
              <a:gd name="T46" fmla="*/ 4125 w 4303"/>
              <a:gd name="T47" fmla="*/ 2229 h 2924"/>
              <a:gd name="T48" fmla="*/ 3958 w 4303"/>
              <a:gd name="T49" fmla="*/ 2413 h 2924"/>
              <a:gd name="T50" fmla="*/ 3668 w 4303"/>
              <a:gd name="T51" fmla="*/ 2607 h 2924"/>
              <a:gd name="T52" fmla="*/ 3334 w 4303"/>
              <a:gd name="T53" fmla="*/ 2746 h 2924"/>
              <a:gd name="T54" fmla="*/ 2978 w 4303"/>
              <a:gd name="T55" fmla="*/ 2841 h 2924"/>
              <a:gd name="T56" fmla="*/ 2622 w 4303"/>
              <a:gd name="T57" fmla="*/ 2896 h 2924"/>
              <a:gd name="T58" fmla="*/ 2305 w 4303"/>
              <a:gd name="T59" fmla="*/ 2918 h 2924"/>
              <a:gd name="T60" fmla="*/ 2026 w 4303"/>
              <a:gd name="T61" fmla="*/ 2918 h 2924"/>
              <a:gd name="T62" fmla="*/ 1726 w 4303"/>
              <a:gd name="T63" fmla="*/ 2885 h 2924"/>
              <a:gd name="T64" fmla="*/ 1408 w 4303"/>
              <a:gd name="T65" fmla="*/ 2818 h 2924"/>
              <a:gd name="T66" fmla="*/ 1085 w 4303"/>
              <a:gd name="T67" fmla="*/ 2707 h 2924"/>
              <a:gd name="T68" fmla="*/ 779 w 4303"/>
              <a:gd name="T69" fmla="*/ 2557 h 2924"/>
              <a:gd name="T70" fmla="*/ 501 w 4303"/>
              <a:gd name="T71" fmla="*/ 2357 h 2924"/>
              <a:gd name="T72" fmla="*/ 267 w 4303"/>
              <a:gd name="T73" fmla="*/ 2107 h 2924"/>
              <a:gd name="T74" fmla="*/ 100 w 4303"/>
              <a:gd name="T75" fmla="*/ 1801 h 2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303" h="2924">
                <a:moveTo>
                  <a:pt x="45" y="1623"/>
                </a:moveTo>
                <a:lnTo>
                  <a:pt x="22" y="1534"/>
                </a:lnTo>
                <a:lnTo>
                  <a:pt x="11" y="1445"/>
                </a:lnTo>
                <a:lnTo>
                  <a:pt x="0" y="1356"/>
                </a:lnTo>
                <a:lnTo>
                  <a:pt x="0" y="1273"/>
                </a:lnTo>
                <a:lnTo>
                  <a:pt x="6" y="1189"/>
                </a:lnTo>
                <a:lnTo>
                  <a:pt x="22" y="1106"/>
                </a:lnTo>
                <a:lnTo>
                  <a:pt x="39" y="1028"/>
                </a:lnTo>
                <a:lnTo>
                  <a:pt x="61" y="956"/>
                </a:lnTo>
                <a:lnTo>
                  <a:pt x="122" y="811"/>
                </a:lnTo>
                <a:lnTo>
                  <a:pt x="206" y="678"/>
                </a:lnTo>
                <a:lnTo>
                  <a:pt x="306" y="550"/>
                </a:lnTo>
                <a:lnTo>
                  <a:pt x="423" y="439"/>
                </a:lnTo>
                <a:lnTo>
                  <a:pt x="551" y="339"/>
                </a:lnTo>
                <a:lnTo>
                  <a:pt x="696" y="250"/>
                </a:lnTo>
                <a:lnTo>
                  <a:pt x="852" y="172"/>
                </a:lnTo>
                <a:lnTo>
                  <a:pt x="1019" y="111"/>
                </a:lnTo>
                <a:lnTo>
                  <a:pt x="1197" y="61"/>
                </a:lnTo>
                <a:lnTo>
                  <a:pt x="1375" y="22"/>
                </a:lnTo>
                <a:lnTo>
                  <a:pt x="1564" y="5"/>
                </a:lnTo>
                <a:lnTo>
                  <a:pt x="1753" y="0"/>
                </a:lnTo>
                <a:lnTo>
                  <a:pt x="1954" y="5"/>
                </a:lnTo>
                <a:lnTo>
                  <a:pt x="2154" y="27"/>
                </a:lnTo>
                <a:lnTo>
                  <a:pt x="2366" y="61"/>
                </a:lnTo>
                <a:lnTo>
                  <a:pt x="2572" y="111"/>
                </a:lnTo>
                <a:lnTo>
                  <a:pt x="2783" y="172"/>
                </a:lnTo>
                <a:lnTo>
                  <a:pt x="2989" y="244"/>
                </a:lnTo>
                <a:lnTo>
                  <a:pt x="3190" y="333"/>
                </a:lnTo>
                <a:lnTo>
                  <a:pt x="3385" y="428"/>
                </a:lnTo>
                <a:lnTo>
                  <a:pt x="3563" y="539"/>
                </a:lnTo>
                <a:lnTo>
                  <a:pt x="3730" y="661"/>
                </a:lnTo>
                <a:lnTo>
                  <a:pt x="3880" y="800"/>
                </a:lnTo>
                <a:lnTo>
                  <a:pt x="4014" y="945"/>
                </a:lnTo>
                <a:lnTo>
                  <a:pt x="4069" y="1023"/>
                </a:lnTo>
                <a:lnTo>
                  <a:pt x="4125" y="1100"/>
                </a:lnTo>
                <a:lnTo>
                  <a:pt x="4169" y="1184"/>
                </a:lnTo>
                <a:lnTo>
                  <a:pt x="4208" y="1273"/>
                </a:lnTo>
                <a:lnTo>
                  <a:pt x="4242" y="1362"/>
                </a:lnTo>
                <a:lnTo>
                  <a:pt x="4270" y="1451"/>
                </a:lnTo>
                <a:lnTo>
                  <a:pt x="4292" y="1545"/>
                </a:lnTo>
                <a:lnTo>
                  <a:pt x="4303" y="1640"/>
                </a:lnTo>
                <a:lnTo>
                  <a:pt x="4297" y="1740"/>
                </a:lnTo>
                <a:lnTo>
                  <a:pt x="4286" y="1834"/>
                </a:lnTo>
                <a:lnTo>
                  <a:pt x="4270" y="1918"/>
                </a:lnTo>
                <a:lnTo>
                  <a:pt x="4242" y="2007"/>
                </a:lnTo>
                <a:lnTo>
                  <a:pt x="4208" y="2084"/>
                </a:lnTo>
                <a:lnTo>
                  <a:pt x="4169" y="2157"/>
                </a:lnTo>
                <a:lnTo>
                  <a:pt x="4125" y="2229"/>
                </a:lnTo>
                <a:lnTo>
                  <a:pt x="4075" y="2296"/>
                </a:lnTo>
                <a:lnTo>
                  <a:pt x="3958" y="2413"/>
                </a:lnTo>
                <a:lnTo>
                  <a:pt x="3819" y="2518"/>
                </a:lnTo>
                <a:lnTo>
                  <a:pt x="3668" y="2607"/>
                </a:lnTo>
                <a:lnTo>
                  <a:pt x="3507" y="2685"/>
                </a:lnTo>
                <a:lnTo>
                  <a:pt x="3334" y="2746"/>
                </a:lnTo>
                <a:lnTo>
                  <a:pt x="3156" y="2802"/>
                </a:lnTo>
                <a:lnTo>
                  <a:pt x="2978" y="2841"/>
                </a:lnTo>
                <a:lnTo>
                  <a:pt x="2800" y="2874"/>
                </a:lnTo>
                <a:lnTo>
                  <a:pt x="2622" y="2896"/>
                </a:lnTo>
                <a:lnTo>
                  <a:pt x="2460" y="2913"/>
                </a:lnTo>
                <a:lnTo>
                  <a:pt x="2305" y="2918"/>
                </a:lnTo>
                <a:lnTo>
                  <a:pt x="2160" y="2924"/>
                </a:lnTo>
                <a:lnTo>
                  <a:pt x="2026" y="2918"/>
                </a:lnTo>
                <a:lnTo>
                  <a:pt x="1876" y="2907"/>
                </a:lnTo>
                <a:lnTo>
                  <a:pt x="1726" y="2885"/>
                </a:lnTo>
                <a:lnTo>
                  <a:pt x="1564" y="2857"/>
                </a:lnTo>
                <a:lnTo>
                  <a:pt x="1408" y="2818"/>
                </a:lnTo>
                <a:lnTo>
                  <a:pt x="1247" y="2768"/>
                </a:lnTo>
                <a:lnTo>
                  <a:pt x="1085" y="2707"/>
                </a:lnTo>
                <a:lnTo>
                  <a:pt x="930" y="2640"/>
                </a:lnTo>
                <a:lnTo>
                  <a:pt x="779" y="2557"/>
                </a:lnTo>
                <a:lnTo>
                  <a:pt x="635" y="2463"/>
                </a:lnTo>
                <a:lnTo>
                  <a:pt x="501" y="2357"/>
                </a:lnTo>
                <a:lnTo>
                  <a:pt x="379" y="2240"/>
                </a:lnTo>
                <a:lnTo>
                  <a:pt x="267" y="2107"/>
                </a:lnTo>
                <a:lnTo>
                  <a:pt x="178" y="1962"/>
                </a:lnTo>
                <a:lnTo>
                  <a:pt x="100" y="1801"/>
                </a:lnTo>
                <a:lnTo>
                  <a:pt x="45" y="1623"/>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p:cNvSpPr>
            <a:spLocks noGrp="1"/>
          </p:cNvSpPr>
          <p:nvPr>
            <p:ph type="ctrTitle"/>
          </p:nvPr>
        </p:nvSpPr>
        <p:spPr>
          <a:xfrm>
            <a:off x="1678922" y="2954315"/>
            <a:ext cx="5566700" cy="1675949"/>
          </a:xfrm>
        </p:spPr>
        <p:txBody>
          <a:bodyPr bIns="0" anchor="ctr">
            <a:noAutofit/>
          </a:bodyPr>
          <a:lstStyle>
            <a:lvl1pPr algn="ctr">
              <a:lnSpc>
                <a:spcPct val="80000"/>
              </a:lnSpc>
              <a:defRPr sz="4000" spc="-150">
                <a:solidFill>
                  <a:schemeClr val="tx1"/>
                </a:solidFill>
              </a:defRPr>
            </a:lvl1pPr>
          </a:lstStyle>
          <a:p>
            <a:r>
              <a:rPr lang="en-US" noProof="0"/>
              <a:t>Click to edit Master title style</a:t>
            </a:r>
          </a:p>
        </p:txBody>
      </p:sp>
      <p:sp>
        <p:nvSpPr>
          <p:cNvPr id="11" name="AutoShape 3">
            <a:extLst>
              <a:ext uri="{FF2B5EF4-FFF2-40B4-BE49-F238E27FC236}">
                <a16:creationId xmlns:a16="http://schemas.microsoft.com/office/drawing/2014/main" id="{02FDAB33-915E-4BD4-A13F-8FD4F0F1565D}"/>
              </a:ext>
            </a:extLst>
          </p:cNvPr>
          <p:cNvSpPr>
            <a:spLocks noChangeAspect="1" noChangeArrowheads="1" noTextEdit="1"/>
          </p:cNvSpPr>
          <p:nvPr userDrawn="1"/>
        </p:nvSpPr>
        <p:spPr bwMode="auto">
          <a:xfrm>
            <a:off x="4976748" y="3964146"/>
            <a:ext cx="6831013"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p>
        </p:txBody>
      </p:sp>
      <p:sp>
        <p:nvSpPr>
          <p:cNvPr id="37" name="Freeform: Shape 36">
            <a:extLst>
              <a:ext uri="{FF2B5EF4-FFF2-40B4-BE49-F238E27FC236}">
                <a16:creationId xmlns:a16="http://schemas.microsoft.com/office/drawing/2014/main" id="{D19DC10D-AC77-4943-9096-2598F5878C12}"/>
              </a:ext>
            </a:extLst>
          </p:cNvPr>
          <p:cNvSpPr/>
          <p:nvPr userDrawn="1"/>
        </p:nvSpPr>
        <p:spPr>
          <a:xfrm>
            <a:off x="527465" y="-6705"/>
            <a:ext cx="11168286" cy="6847184"/>
          </a:xfrm>
          <a:custGeom>
            <a:avLst/>
            <a:gdLst>
              <a:gd name="connsiteX0" fmla="*/ 3449748 w 11168286"/>
              <a:gd name="connsiteY0" fmla="*/ 1543606 h 6847184"/>
              <a:gd name="connsiteX1" fmla="*/ 3149710 w 11168286"/>
              <a:gd name="connsiteY1" fmla="*/ 1551544 h 6847184"/>
              <a:gd name="connsiteX2" fmla="*/ 2849673 w 11168286"/>
              <a:gd name="connsiteY2" fmla="*/ 1578531 h 6847184"/>
              <a:gd name="connsiteX3" fmla="*/ 2567097 w 11168286"/>
              <a:gd name="connsiteY3" fmla="*/ 1640444 h 6847184"/>
              <a:gd name="connsiteX4" fmla="*/ 2284523 w 11168286"/>
              <a:gd name="connsiteY4" fmla="*/ 1719819 h 6847184"/>
              <a:gd name="connsiteX5" fmla="*/ 2019410 w 11168286"/>
              <a:gd name="connsiteY5" fmla="*/ 1816656 h 6847184"/>
              <a:gd name="connsiteX6" fmla="*/ 1771760 w 11168286"/>
              <a:gd name="connsiteY6" fmla="*/ 1940481 h 6847184"/>
              <a:gd name="connsiteX7" fmla="*/ 1541573 w 11168286"/>
              <a:gd name="connsiteY7" fmla="*/ 2081769 h 6847184"/>
              <a:gd name="connsiteX8" fmla="*/ 1338373 w 11168286"/>
              <a:gd name="connsiteY8" fmla="*/ 2240519 h 6847184"/>
              <a:gd name="connsiteX9" fmla="*/ 1152635 w 11168286"/>
              <a:gd name="connsiteY9" fmla="*/ 2416731 h 6847184"/>
              <a:gd name="connsiteX10" fmla="*/ 993885 w 11168286"/>
              <a:gd name="connsiteY10" fmla="*/ 2619931 h 6847184"/>
              <a:gd name="connsiteX11" fmla="*/ 860535 w 11168286"/>
              <a:gd name="connsiteY11" fmla="*/ 2831069 h 6847184"/>
              <a:gd name="connsiteX12" fmla="*/ 763698 w 11168286"/>
              <a:gd name="connsiteY12" fmla="*/ 3061256 h 6847184"/>
              <a:gd name="connsiteX13" fmla="*/ 728773 w 11168286"/>
              <a:gd name="connsiteY13" fmla="*/ 3175556 h 6847184"/>
              <a:gd name="connsiteX14" fmla="*/ 701785 w 11168286"/>
              <a:gd name="connsiteY14" fmla="*/ 3299381 h 6847184"/>
              <a:gd name="connsiteX15" fmla="*/ 676385 w 11168286"/>
              <a:gd name="connsiteY15" fmla="*/ 3431144 h 6847184"/>
              <a:gd name="connsiteX16" fmla="*/ 666860 w 11168286"/>
              <a:gd name="connsiteY16" fmla="*/ 3564494 h 6847184"/>
              <a:gd name="connsiteX17" fmla="*/ 666860 w 11168286"/>
              <a:gd name="connsiteY17" fmla="*/ 3696256 h 6847184"/>
              <a:gd name="connsiteX18" fmla="*/ 684323 w 11168286"/>
              <a:gd name="connsiteY18" fmla="*/ 3837544 h 6847184"/>
              <a:gd name="connsiteX19" fmla="*/ 701785 w 11168286"/>
              <a:gd name="connsiteY19" fmla="*/ 3978831 h 6847184"/>
              <a:gd name="connsiteX20" fmla="*/ 738298 w 11168286"/>
              <a:gd name="connsiteY20" fmla="*/ 4120119 h 6847184"/>
              <a:gd name="connsiteX21" fmla="*/ 825610 w 11168286"/>
              <a:gd name="connsiteY21" fmla="*/ 4402694 h 6847184"/>
              <a:gd name="connsiteX22" fmla="*/ 949435 w 11168286"/>
              <a:gd name="connsiteY22" fmla="*/ 4658281 h 6847184"/>
              <a:gd name="connsiteX23" fmla="*/ 1090723 w 11168286"/>
              <a:gd name="connsiteY23" fmla="*/ 4888469 h 6847184"/>
              <a:gd name="connsiteX24" fmla="*/ 1268523 w 11168286"/>
              <a:gd name="connsiteY24" fmla="*/ 5099606 h 6847184"/>
              <a:gd name="connsiteX25" fmla="*/ 1462198 w 11168286"/>
              <a:gd name="connsiteY25" fmla="*/ 5285344 h 6847184"/>
              <a:gd name="connsiteX26" fmla="*/ 1674923 w 11168286"/>
              <a:gd name="connsiteY26" fmla="*/ 5453619 h 6847184"/>
              <a:gd name="connsiteX27" fmla="*/ 1903522 w 11168286"/>
              <a:gd name="connsiteY27" fmla="*/ 5602844 h 6847184"/>
              <a:gd name="connsiteX28" fmla="*/ 2143235 w 11168286"/>
              <a:gd name="connsiteY28" fmla="*/ 5734606 h 6847184"/>
              <a:gd name="connsiteX29" fmla="*/ 2389298 w 11168286"/>
              <a:gd name="connsiteY29" fmla="*/ 5840969 h 6847184"/>
              <a:gd name="connsiteX30" fmla="*/ 2646473 w 11168286"/>
              <a:gd name="connsiteY30" fmla="*/ 5937806 h 6847184"/>
              <a:gd name="connsiteX31" fmla="*/ 2902060 w 11168286"/>
              <a:gd name="connsiteY31" fmla="*/ 6017181 h 6847184"/>
              <a:gd name="connsiteX32" fmla="*/ 3149710 w 11168286"/>
              <a:gd name="connsiteY32" fmla="*/ 6079094 h 6847184"/>
              <a:gd name="connsiteX33" fmla="*/ 3406885 w 11168286"/>
              <a:gd name="connsiteY33" fmla="*/ 6123544 h 6847184"/>
              <a:gd name="connsiteX34" fmla="*/ 3645010 w 11168286"/>
              <a:gd name="connsiteY34" fmla="*/ 6158469 h 6847184"/>
              <a:gd name="connsiteX35" fmla="*/ 3883135 w 11168286"/>
              <a:gd name="connsiteY35" fmla="*/ 6175931 h 6847184"/>
              <a:gd name="connsiteX36" fmla="*/ 4095861 w 11168286"/>
              <a:gd name="connsiteY36" fmla="*/ 6185456 h 6847184"/>
              <a:gd name="connsiteX37" fmla="*/ 4326048 w 11168286"/>
              <a:gd name="connsiteY37" fmla="*/ 6175931 h 6847184"/>
              <a:gd name="connsiteX38" fmla="*/ 4572111 w 11168286"/>
              <a:gd name="connsiteY38" fmla="*/ 6167994 h 6847184"/>
              <a:gd name="connsiteX39" fmla="*/ 4829285 w 11168286"/>
              <a:gd name="connsiteY39" fmla="*/ 6141006 h 6847184"/>
              <a:gd name="connsiteX40" fmla="*/ 5111860 w 11168286"/>
              <a:gd name="connsiteY40" fmla="*/ 6106081 h 6847184"/>
              <a:gd name="connsiteX41" fmla="*/ 5394435 w 11168286"/>
              <a:gd name="connsiteY41" fmla="*/ 6053694 h 6847184"/>
              <a:gd name="connsiteX42" fmla="*/ 5677010 w 11168286"/>
              <a:gd name="connsiteY42" fmla="*/ 5991781 h 6847184"/>
              <a:gd name="connsiteX43" fmla="*/ 5959585 w 11168286"/>
              <a:gd name="connsiteY43" fmla="*/ 5902881 h 6847184"/>
              <a:gd name="connsiteX44" fmla="*/ 6234223 w 11168286"/>
              <a:gd name="connsiteY44" fmla="*/ 5806044 h 6847184"/>
              <a:gd name="connsiteX45" fmla="*/ 6489810 w 11168286"/>
              <a:gd name="connsiteY45" fmla="*/ 5682219 h 6847184"/>
              <a:gd name="connsiteX46" fmla="*/ 6729523 w 11168286"/>
              <a:gd name="connsiteY46" fmla="*/ 5540931 h 6847184"/>
              <a:gd name="connsiteX47" fmla="*/ 6950185 w 11168286"/>
              <a:gd name="connsiteY47" fmla="*/ 5374244 h 6847184"/>
              <a:gd name="connsiteX48" fmla="*/ 7135923 w 11168286"/>
              <a:gd name="connsiteY48" fmla="*/ 5188506 h 6847184"/>
              <a:gd name="connsiteX49" fmla="*/ 7215298 w 11168286"/>
              <a:gd name="connsiteY49" fmla="*/ 5082144 h 6847184"/>
              <a:gd name="connsiteX50" fmla="*/ 7285148 w 11168286"/>
              <a:gd name="connsiteY50" fmla="*/ 4967844 h 6847184"/>
              <a:gd name="connsiteX51" fmla="*/ 7347060 w 11168286"/>
              <a:gd name="connsiteY51" fmla="*/ 4851956 h 6847184"/>
              <a:gd name="connsiteX52" fmla="*/ 7401035 w 11168286"/>
              <a:gd name="connsiteY52" fmla="*/ 4729719 h 6847184"/>
              <a:gd name="connsiteX53" fmla="*/ 7445485 w 11168286"/>
              <a:gd name="connsiteY53" fmla="*/ 4588431 h 6847184"/>
              <a:gd name="connsiteX54" fmla="*/ 7470885 w 11168286"/>
              <a:gd name="connsiteY54" fmla="*/ 4455081 h 6847184"/>
              <a:gd name="connsiteX55" fmla="*/ 7488348 w 11168286"/>
              <a:gd name="connsiteY55" fmla="*/ 4305856 h 6847184"/>
              <a:gd name="connsiteX56" fmla="*/ 7497873 w 11168286"/>
              <a:gd name="connsiteY56" fmla="*/ 4147106 h 6847184"/>
              <a:gd name="connsiteX57" fmla="*/ 7480410 w 11168286"/>
              <a:gd name="connsiteY57" fmla="*/ 3996294 h 6847184"/>
              <a:gd name="connsiteX58" fmla="*/ 7445485 w 11168286"/>
              <a:gd name="connsiteY58" fmla="*/ 3847069 h 6847184"/>
              <a:gd name="connsiteX59" fmla="*/ 7401035 w 11168286"/>
              <a:gd name="connsiteY59" fmla="*/ 3705781 h 6847184"/>
              <a:gd name="connsiteX60" fmla="*/ 7347060 w 11168286"/>
              <a:gd name="connsiteY60" fmla="*/ 3564494 h 6847184"/>
              <a:gd name="connsiteX61" fmla="*/ 7285148 w 11168286"/>
              <a:gd name="connsiteY61" fmla="*/ 3423206 h 6847184"/>
              <a:gd name="connsiteX62" fmla="*/ 7215298 w 11168286"/>
              <a:gd name="connsiteY62" fmla="*/ 3289856 h 6847184"/>
              <a:gd name="connsiteX63" fmla="*/ 7126398 w 11168286"/>
              <a:gd name="connsiteY63" fmla="*/ 3167619 h 6847184"/>
              <a:gd name="connsiteX64" fmla="*/ 7039085 w 11168286"/>
              <a:gd name="connsiteY64" fmla="*/ 3043794 h 6847184"/>
              <a:gd name="connsiteX65" fmla="*/ 6826360 w 11168286"/>
              <a:gd name="connsiteY65" fmla="*/ 2813606 h 6847184"/>
              <a:gd name="connsiteX66" fmla="*/ 6588235 w 11168286"/>
              <a:gd name="connsiteY66" fmla="*/ 2592944 h 6847184"/>
              <a:gd name="connsiteX67" fmla="*/ 6323123 w 11168286"/>
              <a:gd name="connsiteY67" fmla="*/ 2399269 h 6847184"/>
              <a:gd name="connsiteX68" fmla="*/ 6040548 w 11168286"/>
              <a:gd name="connsiteY68" fmla="*/ 2223056 h 6847184"/>
              <a:gd name="connsiteX69" fmla="*/ 5730985 w 11168286"/>
              <a:gd name="connsiteY69" fmla="*/ 2072244 h 6847184"/>
              <a:gd name="connsiteX70" fmla="*/ 5411899 w 11168286"/>
              <a:gd name="connsiteY70" fmla="*/ 1930956 h 6847184"/>
              <a:gd name="connsiteX71" fmla="*/ 5084873 w 11168286"/>
              <a:gd name="connsiteY71" fmla="*/ 1816656 h 6847184"/>
              <a:gd name="connsiteX72" fmla="*/ 4749910 w 11168286"/>
              <a:gd name="connsiteY72" fmla="*/ 1719819 h 6847184"/>
              <a:gd name="connsiteX73" fmla="*/ 4422885 w 11168286"/>
              <a:gd name="connsiteY73" fmla="*/ 1640444 h 6847184"/>
              <a:gd name="connsiteX74" fmla="*/ 4086335 w 11168286"/>
              <a:gd name="connsiteY74" fmla="*/ 1586469 h 6847184"/>
              <a:gd name="connsiteX75" fmla="*/ 3768835 w 11168286"/>
              <a:gd name="connsiteY75" fmla="*/ 1551544 h 6847184"/>
              <a:gd name="connsiteX76" fmla="*/ 3384196 w 11168286"/>
              <a:gd name="connsiteY76" fmla="*/ 0 h 6847184"/>
              <a:gd name="connsiteX77" fmla="*/ 9353938 w 11168286"/>
              <a:gd name="connsiteY77" fmla="*/ 0 h 6847184"/>
              <a:gd name="connsiteX78" fmla="*/ 9361842 w 11168286"/>
              <a:gd name="connsiteY78" fmla="*/ 3952 h 6847184"/>
              <a:gd name="connsiteX79" fmla="*/ 9738185 w 11168286"/>
              <a:gd name="connsiteY79" fmla="*/ 234949 h 6847184"/>
              <a:gd name="connsiteX80" fmla="*/ 10070404 w 11168286"/>
              <a:gd name="connsiteY80" fmla="*/ 494495 h 6847184"/>
              <a:gd name="connsiteX81" fmla="*/ 10374074 w 11168286"/>
              <a:gd name="connsiteY81" fmla="*/ 782592 h 6847184"/>
              <a:gd name="connsiteX82" fmla="*/ 10633620 w 11168286"/>
              <a:gd name="connsiteY82" fmla="*/ 1114811 h 6847184"/>
              <a:gd name="connsiteX83" fmla="*/ 10851639 w 11168286"/>
              <a:gd name="connsiteY83" fmla="*/ 1460008 h 6847184"/>
              <a:gd name="connsiteX84" fmla="*/ 11009963 w 11168286"/>
              <a:gd name="connsiteY84" fmla="*/ 1836350 h 6847184"/>
              <a:gd name="connsiteX85" fmla="*/ 11067063 w 11168286"/>
              <a:gd name="connsiteY85" fmla="*/ 2023224 h 6847184"/>
              <a:gd name="connsiteX86" fmla="*/ 11111186 w 11168286"/>
              <a:gd name="connsiteY86" fmla="*/ 2225670 h 6847184"/>
              <a:gd name="connsiteX87" fmla="*/ 11152713 w 11168286"/>
              <a:gd name="connsiteY87" fmla="*/ 2441094 h 6847184"/>
              <a:gd name="connsiteX88" fmla="*/ 11168286 w 11168286"/>
              <a:gd name="connsiteY88" fmla="*/ 2659113 h 6847184"/>
              <a:gd name="connsiteX89" fmla="*/ 11168286 w 11168286"/>
              <a:gd name="connsiteY89" fmla="*/ 2874537 h 6847184"/>
              <a:gd name="connsiteX90" fmla="*/ 11139736 w 11168286"/>
              <a:gd name="connsiteY90" fmla="*/ 3105533 h 6847184"/>
              <a:gd name="connsiteX91" fmla="*/ 11111186 w 11168286"/>
              <a:gd name="connsiteY91" fmla="*/ 3336529 h 6847184"/>
              <a:gd name="connsiteX92" fmla="*/ 11051490 w 11168286"/>
              <a:gd name="connsiteY92" fmla="*/ 3567526 h 6847184"/>
              <a:gd name="connsiteX93" fmla="*/ 10908739 w 11168286"/>
              <a:gd name="connsiteY93" fmla="*/ 4029518 h 6847184"/>
              <a:gd name="connsiteX94" fmla="*/ 10706293 w 11168286"/>
              <a:gd name="connsiteY94" fmla="*/ 4447388 h 6847184"/>
              <a:gd name="connsiteX95" fmla="*/ 10475297 w 11168286"/>
              <a:gd name="connsiteY95" fmla="*/ 4823731 h 6847184"/>
              <a:gd name="connsiteX96" fmla="*/ 10184605 w 11168286"/>
              <a:gd name="connsiteY96" fmla="*/ 5168927 h 6847184"/>
              <a:gd name="connsiteX97" fmla="*/ 9867958 w 11168286"/>
              <a:gd name="connsiteY97" fmla="*/ 5472597 h 6847184"/>
              <a:gd name="connsiteX98" fmla="*/ 9520166 w 11168286"/>
              <a:gd name="connsiteY98" fmla="*/ 5747716 h 6847184"/>
              <a:gd name="connsiteX99" fmla="*/ 9146419 w 11168286"/>
              <a:gd name="connsiteY99" fmla="*/ 5991690 h 6847184"/>
              <a:gd name="connsiteX100" fmla="*/ 8754503 w 11168286"/>
              <a:gd name="connsiteY100" fmla="*/ 6207113 h 6847184"/>
              <a:gd name="connsiteX101" fmla="*/ 8352207 w 11168286"/>
              <a:gd name="connsiteY101" fmla="*/ 6381009 h 6847184"/>
              <a:gd name="connsiteX102" fmla="*/ 7931741 w 11168286"/>
              <a:gd name="connsiteY102" fmla="*/ 6539333 h 6847184"/>
              <a:gd name="connsiteX103" fmla="*/ 7513871 w 11168286"/>
              <a:gd name="connsiteY103" fmla="*/ 6669106 h 6847184"/>
              <a:gd name="connsiteX104" fmla="*/ 7108979 w 11168286"/>
              <a:gd name="connsiteY104" fmla="*/ 6770329 h 6847184"/>
              <a:gd name="connsiteX105" fmla="*/ 6688513 w 11168286"/>
              <a:gd name="connsiteY105" fmla="*/ 6843002 h 6847184"/>
              <a:gd name="connsiteX106" fmla="*/ 6660000 w 11168286"/>
              <a:gd name="connsiteY106" fmla="*/ 6847184 h 6847184"/>
              <a:gd name="connsiteX107" fmla="*/ 4165817 w 11168286"/>
              <a:gd name="connsiteY107" fmla="*/ 6847184 h 6847184"/>
              <a:gd name="connsiteX108" fmla="*/ 3900984 w 11168286"/>
              <a:gd name="connsiteY108" fmla="*/ 6814452 h 6847184"/>
              <a:gd name="connsiteX109" fmla="*/ 3438991 w 11168286"/>
              <a:gd name="connsiteY109" fmla="*/ 6728802 h 6847184"/>
              <a:gd name="connsiteX110" fmla="*/ 2976998 w 11168286"/>
              <a:gd name="connsiteY110" fmla="*/ 6627579 h 6847184"/>
              <a:gd name="connsiteX111" fmla="*/ 2515006 w 11168286"/>
              <a:gd name="connsiteY111" fmla="*/ 6482233 h 6847184"/>
              <a:gd name="connsiteX112" fmla="*/ 2065990 w 11168286"/>
              <a:gd name="connsiteY112" fmla="*/ 6323909 h 6847184"/>
              <a:gd name="connsiteX113" fmla="*/ 1648120 w 11168286"/>
              <a:gd name="connsiteY113" fmla="*/ 6121463 h 6847184"/>
              <a:gd name="connsiteX114" fmla="*/ 1256205 w 11168286"/>
              <a:gd name="connsiteY114" fmla="*/ 5890467 h 6847184"/>
              <a:gd name="connsiteX115" fmla="*/ 895435 w 11168286"/>
              <a:gd name="connsiteY115" fmla="*/ 5617943 h 6847184"/>
              <a:gd name="connsiteX116" fmla="*/ 591766 w 11168286"/>
              <a:gd name="connsiteY116" fmla="*/ 5314273 h 6847184"/>
              <a:gd name="connsiteX117" fmla="*/ 461993 w 11168286"/>
              <a:gd name="connsiteY117" fmla="*/ 5140377 h 6847184"/>
              <a:gd name="connsiteX118" fmla="*/ 347792 w 11168286"/>
              <a:gd name="connsiteY118" fmla="*/ 4953504 h 6847184"/>
              <a:gd name="connsiteX119" fmla="*/ 246569 w 11168286"/>
              <a:gd name="connsiteY119" fmla="*/ 4764035 h 6847184"/>
              <a:gd name="connsiteX120" fmla="*/ 158323 w 11168286"/>
              <a:gd name="connsiteY120" fmla="*/ 4564184 h 6847184"/>
              <a:gd name="connsiteX121" fmla="*/ 85650 w 11168286"/>
              <a:gd name="connsiteY121" fmla="*/ 4333188 h 6847184"/>
              <a:gd name="connsiteX122" fmla="*/ 44123 w 11168286"/>
              <a:gd name="connsiteY122" fmla="*/ 4115169 h 6847184"/>
              <a:gd name="connsiteX123" fmla="*/ 15573 w 11168286"/>
              <a:gd name="connsiteY123" fmla="*/ 3871195 h 6847184"/>
              <a:gd name="connsiteX124" fmla="*/ 0 w 11168286"/>
              <a:gd name="connsiteY124" fmla="*/ 3611648 h 6847184"/>
              <a:gd name="connsiteX125" fmla="*/ 28550 w 11168286"/>
              <a:gd name="connsiteY125" fmla="*/ 3365079 h 6847184"/>
              <a:gd name="connsiteX126" fmla="*/ 85650 w 11168286"/>
              <a:gd name="connsiteY126" fmla="*/ 3121106 h 6847184"/>
              <a:gd name="connsiteX127" fmla="*/ 158323 w 11168286"/>
              <a:gd name="connsiteY127" fmla="*/ 2890109 h 6847184"/>
              <a:gd name="connsiteX128" fmla="*/ 246569 w 11168286"/>
              <a:gd name="connsiteY128" fmla="*/ 2659113 h 6847184"/>
              <a:gd name="connsiteX129" fmla="*/ 347792 w 11168286"/>
              <a:gd name="connsiteY129" fmla="*/ 2428116 h 6847184"/>
              <a:gd name="connsiteX130" fmla="*/ 461993 w 11168286"/>
              <a:gd name="connsiteY130" fmla="*/ 2210097 h 6847184"/>
              <a:gd name="connsiteX131" fmla="*/ 607339 w 11168286"/>
              <a:gd name="connsiteY131" fmla="*/ 2010247 h 6847184"/>
              <a:gd name="connsiteX132" fmla="*/ 750089 w 11168286"/>
              <a:gd name="connsiteY132" fmla="*/ 1807800 h 6847184"/>
              <a:gd name="connsiteX133" fmla="*/ 1097882 w 11168286"/>
              <a:gd name="connsiteY133" fmla="*/ 1431458 h 6847184"/>
              <a:gd name="connsiteX134" fmla="*/ 1487201 w 11168286"/>
              <a:gd name="connsiteY134" fmla="*/ 1070688 h 6847184"/>
              <a:gd name="connsiteX135" fmla="*/ 1920644 w 11168286"/>
              <a:gd name="connsiteY135" fmla="*/ 754042 h 6847184"/>
              <a:gd name="connsiteX136" fmla="*/ 2382637 w 11168286"/>
              <a:gd name="connsiteY136" fmla="*/ 465945 h 6847184"/>
              <a:gd name="connsiteX137" fmla="*/ 2888753 w 11168286"/>
              <a:gd name="connsiteY137" fmla="*/ 219376 h 684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11168286" h="6847184">
                <a:moveTo>
                  <a:pt x="3449748" y="1543606"/>
                </a:moveTo>
                <a:lnTo>
                  <a:pt x="3149710" y="1551544"/>
                </a:lnTo>
                <a:lnTo>
                  <a:pt x="2849673" y="1578531"/>
                </a:lnTo>
                <a:lnTo>
                  <a:pt x="2567097" y="1640444"/>
                </a:lnTo>
                <a:lnTo>
                  <a:pt x="2284523" y="1719819"/>
                </a:lnTo>
                <a:lnTo>
                  <a:pt x="2019410" y="1816656"/>
                </a:lnTo>
                <a:lnTo>
                  <a:pt x="1771760" y="1940481"/>
                </a:lnTo>
                <a:lnTo>
                  <a:pt x="1541573" y="2081769"/>
                </a:lnTo>
                <a:lnTo>
                  <a:pt x="1338373" y="2240519"/>
                </a:lnTo>
                <a:lnTo>
                  <a:pt x="1152635" y="2416731"/>
                </a:lnTo>
                <a:lnTo>
                  <a:pt x="993885" y="2619931"/>
                </a:lnTo>
                <a:lnTo>
                  <a:pt x="860535" y="2831069"/>
                </a:lnTo>
                <a:lnTo>
                  <a:pt x="763698" y="3061256"/>
                </a:lnTo>
                <a:lnTo>
                  <a:pt x="728773" y="3175556"/>
                </a:lnTo>
                <a:lnTo>
                  <a:pt x="701785" y="3299381"/>
                </a:lnTo>
                <a:lnTo>
                  <a:pt x="676385" y="3431144"/>
                </a:lnTo>
                <a:lnTo>
                  <a:pt x="666860" y="3564494"/>
                </a:lnTo>
                <a:lnTo>
                  <a:pt x="666860" y="3696256"/>
                </a:lnTo>
                <a:lnTo>
                  <a:pt x="684323" y="3837544"/>
                </a:lnTo>
                <a:lnTo>
                  <a:pt x="701785" y="3978831"/>
                </a:lnTo>
                <a:lnTo>
                  <a:pt x="738298" y="4120119"/>
                </a:lnTo>
                <a:lnTo>
                  <a:pt x="825610" y="4402694"/>
                </a:lnTo>
                <a:lnTo>
                  <a:pt x="949435" y="4658281"/>
                </a:lnTo>
                <a:lnTo>
                  <a:pt x="1090723" y="4888469"/>
                </a:lnTo>
                <a:lnTo>
                  <a:pt x="1268523" y="5099606"/>
                </a:lnTo>
                <a:lnTo>
                  <a:pt x="1462198" y="5285344"/>
                </a:lnTo>
                <a:lnTo>
                  <a:pt x="1674923" y="5453619"/>
                </a:lnTo>
                <a:lnTo>
                  <a:pt x="1903522" y="5602844"/>
                </a:lnTo>
                <a:lnTo>
                  <a:pt x="2143235" y="5734606"/>
                </a:lnTo>
                <a:lnTo>
                  <a:pt x="2389298" y="5840969"/>
                </a:lnTo>
                <a:lnTo>
                  <a:pt x="2646473" y="5937806"/>
                </a:lnTo>
                <a:lnTo>
                  <a:pt x="2902060" y="6017181"/>
                </a:lnTo>
                <a:lnTo>
                  <a:pt x="3149710" y="6079094"/>
                </a:lnTo>
                <a:lnTo>
                  <a:pt x="3406885" y="6123544"/>
                </a:lnTo>
                <a:lnTo>
                  <a:pt x="3645010" y="6158469"/>
                </a:lnTo>
                <a:lnTo>
                  <a:pt x="3883135" y="6175931"/>
                </a:lnTo>
                <a:lnTo>
                  <a:pt x="4095861" y="6185456"/>
                </a:lnTo>
                <a:lnTo>
                  <a:pt x="4326048" y="6175931"/>
                </a:lnTo>
                <a:lnTo>
                  <a:pt x="4572111" y="6167994"/>
                </a:lnTo>
                <a:lnTo>
                  <a:pt x="4829285" y="6141006"/>
                </a:lnTo>
                <a:lnTo>
                  <a:pt x="5111860" y="6106081"/>
                </a:lnTo>
                <a:lnTo>
                  <a:pt x="5394435" y="6053694"/>
                </a:lnTo>
                <a:lnTo>
                  <a:pt x="5677010" y="5991781"/>
                </a:lnTo>
                <a:lnTo>
                  <a:pt x="5959585" y="5902881"/>
                </a:lnTo>
                <a:lnTo>
                  <a:pt x="6234223" y="5806044"/>
                </a:lnTo>
                <a:lnTo>
                  <a:pt x="6489810" y="5682219"/>
                </a:lnTo>
                <a:lnTo>
                  <a:pt x="6729523" y="5540931"/>
                </a:lnTo>
                <a:lnTo>
                  <a:pt x="6950185" y="5374244"/>
                </a:lnTo>
                <a:lnTo>
                  <a:pt x="7135923" y="5188506"/>
                </a:lnTo>
                <a:lnTo>
                  <a:pt x="7215298" y="5082144"/>
                </a:lnTo>
                <a:lnTo>
                  <a:pt x="7285148" y="4967844"/>
                </a:lnTo>
                <a:lnTo>
                  <a:pt x="7347060" y="4851956"/>
                </a:lnTo>
                <a:lnTo>
                  <a:pt x="7401035" y="4729719"/>
                </a:lnTo>
                <a:lnTo>
                  <a:pt x="7445485" y="4588431"/>
                </a:lnTo>
                <a:lnTo>
                  <a:pt x="7470885" y="4455081"/>
                </a:lnTo>
                <a:lnTo>
                  <a:pt x="7488348" y="4305856"/>
                </a:lnTo>
                <a:lnTo>
                  <a:pt x="7497873" y="4147106"/>
                </a:lnTo>
                <a:lnTo>
                  <a:pt x="7480410" y="3996294"/>
                </a:lnTo>
                <a:lnTo>
                  <a:pt x="7445485" y="3847069"/>
                </a:lnTo>
                <a:lnTo>
                  <a:pt x="7401035" y="3705781"/>
                </a:lnTo>
                <a:lnTo>
                  <a:pt x="7347060" y="3564494"/>
                </a:lnTo>
                <a:lnTo>
                  <a:pt x="7285148" y="3423206"/>
                </a:lnTo>
                <a:lnTo>
                  <a:pt x="7215298" y="3289856"/>
                </a:lnTo>
                <a:lnTo>
                  <a:pt x="7126398" y="3167619"/>
                </a:lnTo>
                <a:lnTo>
                  <a:pt x="7039085" y="3043794"/>
                </a:lnTo>
                <a:lnTo>
                  <a:pt x="6826360" y="2813606"/>
                </a:lnTo>
                <a:lnTo>
                  <a:pt x="6588235" y="2592944"/>
                </a:lnTo>
                <a:lnTo>
                  <a:pt x="6323123" y="2399269"/>
                </a:lnTo>
                <a:lnTo>
                  <a:pt x="6040548" y="2223056"/>
                </a:lnTo>
                <a:lnTo>
                  <a:pt x="5730985" y="2072244"/>
                </a:lnTo>
                <a:lnTo>
                  <a:pt x="5411899" y="1930956"/>
                </a:lnTo>
                <a:lnTo>
                  <a:pt x="5084873" y="1816656"/>
                </a:lnTo>
                <a:lnTo>
                  <a:pt x="4749910" y="1719819"/>
                </a:lnTo>
                <a:lnTo>
                  <a:pt x="4422885" y="1640444"/>
                </a:lnTo>
                <a:lnTo>
                  <a:pt x="4086335" y="1586469"/>
                </a:lnTo>
                <a:lnTo>
                  <a:pt x="3768835" y="1551544"/>
                </a:lnTo>
                <a:close/>
                <a:moveTo>
                  <a:pt x="3384196" y="0"/>
                </a:moveTo>
                <a:lnTo>
                  <a:pt x="9353938" y="0"/>
                </a:lnTo>
                <a:lnTo>
                  <a:pt x="9361842" y="3952"/>
                </a:lnTo>
                <a:lnTo>
                  <a:pt x="9738185" y="234949"/>
                </a:lnTo>
                <a:lnTo>
                  <a:pt x="10070404" y="494495"/>
                </a:lnTo>
                <a:lnTo>
                  <a:pt x="10374074" y="782592"/>
                </a:lnTo>
                <a:lnTo>
                  <a:pt x="10633620" y="1114811"/>
                </a:lnTo>
                <a:lnTo>
                  <a:pt x="10851639" y="1460008"/>
                </a:lnTo>
                <a:lnTo>
                  <a:pt x="11009963" y="1836350"/>
                </a:lnTo>
                <a:lnTo>
                  <a:pt x="11067063" y="2023224"/>
                </a:lnTo>
                <a:lnTo>
                  <a:pt x="11111186" y="2225670"/>
                </a:lnTo>
                <a:lnTo>
                  <a:pt x="11152713" y="2441094"/>
                </a:lnTo>
                <a:lnTo>
                  <a:pt x="11168286" y="2659113"/>
                </a:lnTo>
                <a:lnTo>
                  <a:pt x="11168286" y="2874537"/>
                </a:lnTo>
                <a:lnTo>
                  <a:pt x="11139736" y="3105533"/>
                </a:lnTo>
                <a:lnTo>
                  <a:pt x="11111186" y="3336529"/>
                </a:lnTo>
                <a:lnTo>
                  <a:pt x="11051490" y="3567526"/>
                </a:lnTo>
                <a:lnTo>
                  <a:pt x="10908739" y="4029518"/>
                </a:lnTo>
                <a:lnTo>
                  <a:pt x="10706293" y="4447388"/>
                </a:lnTo>
                <a:lnTo>
                  <a:pt x="10475297" y="4823731"/>
                </a:lnTo>
                <a:lnTo>
                  <a:pt x="10184605" y="5168927"/>
                </a:lnTo>
                <a:lnTo>
                  <a:pt x="9867958" y="5472597"/>
                </a:lnTo>
                <a:lnTo>
                  <a:pt x="9520166" y="5747716"/>
                </a:lnTo>
                <a:lnTo>
                  <a:pt x="9146419" y="5991690"/>
                </a:lnTo>
                <a:lnTo>
                  <a:pt x="8754503" y="6207113"/>
                </a:lnTo>
                <a:lnTo>
                  <a:pt x="8352207" y="6381009"/>
                </a:lnTo>
                <a:lnTo>
                  <a:pt x="7931741" y="6539333"/>
                </a:lnTo>
                <a:lnTo>
                  <a:pt x="7513871" y="6669106"/>
                </a:lnTo>
                <a:lnTo>
                  <a:pt x="7108979" y="6770329"/>
                </a:lnTo>
                <a:lnTo>
                  <a:pt x="6688513" y="6843002"/>
                </a:lnTo>
                <a:lnTo>
                  <a:pt x="6660000" y="6847184"/>
                </a:lnTo>
                <a:lnTo>
                  <a:pt x="4165817" y="6847184"/>
                </a:lnTo>
                <a:lnTo>
                  <a:pt x="3900984" y="6814452"/>
                </a:lnTo>
                <a:lnTo>
                  <a:pt x="3438991" y="6728802"/>
                </a:lnTo>
                <a:lnTo>
                  <a:pt x="2976998" y="6627579"/>
                </a:lnTo>
                <a:lnTo>
                  <a:pt x="2515006" y="6482233"/>
                </a:lnTo>
                <a:lnTo>
                  <a:pt x="2065990" y="6323909"/>
                </a:lnTo>
                <a:lnTo>
                  <a:pt x="1648120" y="6121463"/>
                </a:lnTo>
                <a:lnTo>
                  <a:pt x="1256205" y="5890467"/>
                </a:lnTo>
                <a:lnTo>
                  <a:pt x="895435" y="5617943"/>
                </a:lnTo>
                <a:lnTo>
                  <a:pt x="591766" y="5314273"/>
                </a:lnTo>
                <a:lnTo>
                  <a:pt x="461993" y="5140377"/>
                </a:lnTo>
                <a:lnTo>
                  <a:pt x="347792" y="4953504"/>
                </a:lnTo>
                <a:lnTo>
                  <a:pt x="246569" y="4764035"/>
                </a:lnTo>
                <a:lnTo>
                  <a:pt x="158323" y="4564184"/>
                </a:lnTo>
                <a:lnTo>
                  <a:pt x="85650" y="4333188"/>
                </a:lnTo>
                <a:lnTo>
                  <a:pt x="44123" y="4115169"/>
                </a:lnTo>
                <a:lnTo>
                  <a:pt x="15573" y="3871195"/>
                </a:lnTo>
                <a:lnTo>
                  <a:pt x="0" y="3611648"/>
                </a:lnTo>
                <a:lnTo>
                  <a:pt x="28550" y="3365079"/>
                </a:lnTo>
                <a:lnTo>
                  <a:pt x="85650" y="3121106"/>
                </a:lnTo>
                <a:lnTo>
                  <a:pt x="158323" y="2890109"/>
                </a:lnTo>
                <a:lnTo>
                  <a:pt x="246569" y="2659113"/>
                </a:lnTo>
                <a:lnTo>
                  <a:pt x="347792" y="2428116"/>
                </a:lnTo>
                <a:lnTo>
                  <a:pt x="461993" y="2210097"/>
                </a:lnTo>
                <a:lnTo>
                  <a:pt x="607339" y="2010247"/>
                </a:lnTo>
                <a:lnTo>
                  <a:pt x="750089" y="1807800"/>
                </a:lnTo>
                <a:lnTo>
                  <a:pt x="1097882" y="1431458"/>
                </a:lnTo>
                <a:lnTo>
                  <a:pt x="1487201" y="1070688"/>
                </a:lnTo>
                <a:lnTo>
                  <a:pt x="1920644" y="754042"/>
                </a:lnTo>
                <a:lnTo>
                  <a:pt x="2382637" y="465945"/>
                </a:lnTo>
                <a:lnTo>
                  <a:pt x="2888753" y="21937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Subtitle 2"/>
          <p:cNvSpPr>
            <a:spLocks noGrp="1"/>
          </p:cNvSpPr>
          <p:nvPr>
            <p:ph type="subTitle" idx="1"/>
          </p:nvPr>
        </p:nvSpPr>
        <p:spPr>
          <a:xfrm>
            <a:off x="8063328" y="1631728"/>
            <a:ext cx="3198812" cy="1322587"/>
          </a:xfrm>
        </p:spPr>
        <p:txBody>
          <a:bodyPr tIns="0">
            <a:noAutofit/>
          </a:bodyPr>
          <a:lstStyle>
            <a:lvl1pPr marL="0" indent="0" algn="ctr">
              <a:lnSpc>
                <a:spcPct val="100000"/>
              </a:lnSpc>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F90A2B57-AC62-4574-AC7D-7953A169D2FB}" type="datetimeFigureOut">
              <a:rPr lang="en-US" noProof="0" smtClean="0"/>
              <a:t>7/8/2025</a:t>
            </a:fld>
            <a:endParaRPr lang="en-US" noProof="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noProof="0"/>
          </a:p>
        </p:txBody>
      </p:sp>
      <p:sp>
        <p:nvSpPr>
          <p:cNvPr id="6" name="Slide Number Placeholder 5"/>
          <p:cNvSpPr>
            <a:spLocks noGrp="1"/>
          </p:cNvSpPr>
          <p:nvPr>
            <p:ph type="sldNum" sz="quarter" idx="12"/>
          </p:nvPr>
        </p:nvSpPr>
        <p:spPr>
          <a:xfrm>
            <a:off x="10469880" y="320040"/>
            <a:ext cx="914400" cy="320040"/>
          </a:xfrm>
        </p:spPr>
        <p:txBody>
          <a:bodyPr/>
          <a:lstStyle/>
          <a:p>
            <a:fld id="{A204E297-2C47-40A4-842B-FD18E4874900}" type="slidenum">
              <a:rPr lang="en-US" noProof="0" smtClean="0"/>
              <a:t>‹#›</a:t>
            </a:fld>
            <a:endParaRPr lang="en-US" noProof="0"/>
          </a:p>
        </p:txBody>
      </p:sp>
    </p:spTree>
    <p:extLst>
      <p:ext uri="{BB962C8B-B14F-4D97-AF65-F5344CB8AC3E}">
        <p14:creationId xmlns:p14="http://schemas.microsoft.com/office/powerpoint/2010/main" val="19002126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black">
    <p:spTree>
      <p:nvGrpSpPr>
        <p:cNvPr id="1" name=""/>
        <p:cNvGrpSpPr/>
        <p:nvPr/>
      </p:nvGrpSpPr>
      <p:grpSpPr>
        <a:xfrm>
          <a:off x="0" y="0"/>
          <a:ext cx="0" cy="0"/>
          <a:chOff x="0" y="0"/>
          <a:chExt cx="0" cy="0"/>
        </a:xfrm>
      </p:grpSpPr>
      <p:grpSp>
        <p:nvGrpSpPr>
          <p:cNvPr id="80" name="Group 79"/>
          <p:cNvGrpSpPr/>
          <p:nvPr/>
        </p:nvGrpSpPr>
        <p:grpSpPr>
          <a:xfrm>
            <a:off x="261938" y="0"/>
            <a:ext cx="4360863" cy="6843713"/>
            <a:chOff x="261938" y="0"/>
            <a:chExt cx="4360863" cy="6843713"/>
          </a:xfrm>
        </p:grpSpPr>
        <p:sp>
          <p:nvSpPr>
            <p:cNvPr id="87" name="Freeform 11"/>
            <p:cNvSpPr/>
            <p:nvPr userDrawn="1"/>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grpSp>
      <p:sp>
        <p:nvSpPr>
          <p:cNvPr id="4" name="Date Placeholder 3"/>
          <p:cNvSpPr>
            <a:spLocks noGrp="1"/>
          </p:cNvSpPr>
          <p:nvPr>
            <p:ph type="dt" sz="half" idx="10"/>
          </p:nvPr>
        </p:nvSpPr>
        <p:spPr/>
        <p:txBody>
          <a:bodyPr/>
          <a:lstStyle/>
          <a:p>
            <a:fld id="{F90A2B57-AC62-4574-AC7D-7953A169D2FB}" type="datetimeFigureOut">
              <a:rPr lang="en-US" noProof="0" smtClean="0"/>
              <a:t>7/8/2025</a:t>
            </a:fld>
            <a:endParaRPr lang="en-US" noProof="0"/>
          </a:p>
        </p:txBody>
      </p: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369605" y="1879719"/>
            <a:ext cx="4937664" cy="3297318"/>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0800000">
            <a:off x="1957388" y="4621333"/>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3" name="Freeform: Shape 42">
            <a:extLst>
              <a:ext uri="{FF2B5EF4-FFF2-40B4-BE49-F238E27FC236}">
                <a16:creationId xmlns:a16="http://schemas.microsoft.com/office/drawing/2014/main" id="{4463ED2E-F436-4C78-9D09-ECC568CAECBB}"/>
              </a:ext>
            </a:extLst>
          </p:cNvPr>
          <p:cNvSpPr>
            <a:spLocks/>
          </p:cNvSpPr>
          <p:nvPr userDrawn="1"/>
        </p:nvSpPr>
        <p:spPr bwMode="auto">
          <a:xfrm flipH="1">
            <a:off x="3407031" y="0"/>
            <a:ext cx="8784969" cy="6858000"/>
          </a:xfrm>
          <a:custGeom>
            <a:avLst/>
            <a:gdLst>
              <a:gd name="connsiteX0" fmla="*/ 5588301 w 8784969"/>
              <a:gd name="connsiteY0" fmla="*/ 0 h 6858000"/>
              <a:gd name="connsiteX1" fmla="*/ 1468988 w 8784969"/>
              <a:gd name="connsiteY1" fmla="*/ 0 h 6858000"/>
              <a:gd name="connsiteX2" fmla="*/ 1156162 w 8784969"/>
              <a:gd name="connsiteY2" fmla="*/ 199232 h 6858000"/>
              <a:gd name="connsiteX3" fmla="*/ 847304 w 8784969"/>
              <a:gd name="connsiteY3" fmla="*/ 429068 h 6858000"/>
              <a:gd name="connsiteX4" fmla="*/ 578156 w 8784969"/>
              <a:gd name="connsiteY4" fmla="*/ 691737 h 6858000"/>
              <a:gd name="connsiteX5" fmla="*/ 331069 w 8784969"/>
              <a:gd name="connsiteY5" fmla="*/ 987239 h 6858000"/>
              <a:gd name="connsiteX6" fmla="*/ 119280 w 8784969"/>
              <a:gd name="connsiteY6" fmla="*/ 1321048 h 6858000"/>
              <a:gd name="connsiteX7" fmla="*/ 0 w 8784969"/>
              <a:gd name="connsiteY7" fmla="*/ 1557746 h 6858000"/>
              <a:gd name="connsiteX8" fmla="*/ 0 w 8784969"/>
              <a:gd name="connsiteY8" fmla="*/ 4538060 h 6858000"/>
              <a:gd name="connsiteX9" fmla="*/ 57509 w 8784969"/>
              <a:gd name="connsiteY9" fmla="*/ 4686493 h 6858000"/>
              <a:gd name="connsiteX10" fmla="*/ 247236 w 8784969"/>
              <a:gd name="connsiteY10" fmla="*/ 5069552 h 6858000"/>
              <a:gd name="connsiteX11" fmla="*/ 481086 w 8784969"/>
              <a:gd name="connsiteY11" fmla="*/ 5419777 h 6858000"/>
              <a:gd name="connsiteX12" fmla="*/ 741410 w 8784969"/>
              <a:gd name="connsiteY12" fmla="*/ 5726224 h 6858000"/>
              <a:gd name="connsiteX13" fmla="*/ 1023795 w 8784969"/>
              <a:gd name="connsiteY13" fmla="*/ 5999838 h 6858000"/>
              <a:gd name="connsiteX14" fmla="*/ 1332653 w 8784969"/>
              <a:gd name="connsiteY14" fmla="*/ 6251562 h 6858000"/>
              <a:gd name="connsiteX15" fmla="*/ 1650336 w 8784969"/>
              <a:gd name="connsiteY15" fmla="*/ 6470453 h 6858000"/>
              <a:gd name="connsiteX16" fmla="*/ 1976844 w 8784969"/>
              <a:gd name="connsiteY16" fmla="*/ 6645566 h 6858000"/>
              <a:gd name="connsiteX17" fmla="*/ 2321000 w 8784969"/>
              <a:gd name="connsiteY17" fmla="*/ 6804261 h 6858000"/>
              <a:gd name="connsiteX18" fmla="*/ 2460016 w 8784969"/>
              <a:gd name="connsiteY18" fmla="*/ 6858000 h 6858000"/>
              <a:gd name="connsiteX19" fmla="*/ 6444063 w 8784969"/>
              <a:gd name="connsiteY19" fmla="*/ 6858000 h 6858000"/>
              <a:gd name="connsiteX20" fmla="*/ 6733266 w 8784969"/>
              <a:gd name="connsiteY20" fmla="*/ 6744066 h 6858000"/>
              <a:gd name="connsiteX21" fmla="*/ 7099484 w 8784969"/>
              <a:gd name="connsiteY21" fmla="*/ 6585371 h 6858000"/>
              <a:gd name="connsiteX22" fmla="*/ 7439228 w 8784969"/>
              <a:gd name="connsiteY22" fmla="*/ 6382897 h 6858000"/>
              <a:gd name="connsiteX23" fmla="*/ 7756911 w 8784969"/>
              <a:gd name="connsiteY23" fmla="*/ 6147589 h 6858000"/>
              <a:gd name="connsiteX24" fmla="*/ 8052533 w 8784969"/>
              <a:gd name="connsiteY24" fmla="*/ 5868503 h 6858000"/>
              <a:gd name="connsiteX25" fmla="*/ 8299620 w 8784969"/>
              <a:gd name="connsiteY25" fmla="*/ 5562056 h 6858000"/>
              <a:gd name="connsiteX26" fmla="*/ 8405514 w 8784969"/>
              <a:gd name="connsiteY26" fmla="*/ 5386944 h 6858000"/>
              <a:gd name="connsiteX27" fmla="*/ 8502584 w 8784969"/>
              <a:gd name="connsiteY27" fmla="*/ 5200886 h 6858000"/>
              <a:gd name="connsiteX28" fmla="*/ 8582005 w 8784969"/>
              <a:gd name="connsiteY28" fmla="*/ 5009357 h 6858000"/>
              <a:gd name="connsiteX29" fmla="*/ 8652601 w 8784969"/>
              <a:gd name="connsiteY29" fmla="*/ 4806883 h 6858000"/>
              <a:gd name="connsiteX30" fmla="*/ 8714373 w 8784969"/>
              <a:gd name="connsiteY30" fmla="*/ 4571576 h 6858000"/>
              <a:gd name="connsiteX31" fmla="*/ 8749671 w 8784969"/>
              <a:gd name="connsiteY31" fmla="*/ 4352685 h 6858000"/>
              <a:gd name="connsiteX32" fmla="*/ 8771732 w 8784969"/>
              <a:gd name="connsiteY32" fmla="*/ 4106433 h 6858000"/>
              <a:gd name="connsiteX33" fmla="*/ 8784969 w 8784969"/>
              <a:gd name="connsiteY33" fmla="*/ 3843764 h 6858000"/>
              <a:gd name="connsiteX34" fmla="*/ 8758495 w 8784969"/>
              <a:gd name="connsiteY34" fmla="*/ 3597512 h 6858000"/>
              <a:gd name="connsiteX35" fmla="*/ 8714373 w 8784969"/>
              <a:gd name="connsiteY35" fmla="*/ 3345787 h 6858000"/>
              <a:gd name="connsiteX36" fmla="*/ 8652601 w 8784969"/>
              <a:gd name="connsiteY36" fmla="*/ 3115952 h 6858000"/>
              <a:gd name="connsiteX37" fmla="*/ 8582005 w 8784969"/>
              <a:gd name="connsiteY37" fmla="*/ 2880644 h 6858000"/>
              <a:gd name="connsiteX38" fmla="*/ 8502584 w 8784969"/>
              <a:gd name="connsiteY38" fmla="*/ 2645337 h 6858000"/>
              <a:gd name="connsiteX39" fmla="*/ 8405514 w 8784969"/>
              <a:gd name="connsiteY39" fmla="*/ 2426446 h 6858000"/>
              <a:gd name="connsiteX40" fmla="*/ 8290795 w 8784969"/>
              <a:gd name="connsiteY40" fmla="*/ 2223972 h 6858000"/>
              <a:gd name="connsiteX41" fmla="*/ 8171664 w 8784969"/>
              <a:gd name="connsiteY41" fmla="*/ 2021498 h 6858000"/>
              <a:gd name="connsiteX42" fmla="*/ 7889279 w 8784969"/>
              <a:gd name="connsiteY42" fmla="*/ 1643911 h 6858000"/>
              <a:gd name="connsiteX43" fmla="*/ 7571596 w 8784969"/>
              <a:gd name="connsiteY43" fmla="*/ 1277269 h 6858000"/>
              <a:gd name="connsiteX44" fmla="*/ 7218615 w 8784969"/>
              <a:gd name="connsiteY44" fmla="*/ 954406 h 6858000"/>
              <a:gd name="connsiteX45" fmla="*/ 6839160 w 8784969"/>
              <a:gd name="connsiteY45" fmla="*/ 664375 h 6858000"/>
              <a:gd name="connsiteX46" fmla="*/ 6428820 w 8784969"/>
              <a:gd name="connsiteY46" fmla="*/ 418123 h 6858000"/>
              <a:gd name="connsiteX47" fmla="*/ 6005242 w 8784969"/>
              <a:gd name="connsiteY47" fmla="*/ 182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784969" h="6858000">
                <a:moveTo>
                  <a:pt x="5588301" y="0"/>
                </a:moveTo>
                <a:lnTo>
                  <a:pt x="1468988" y="0"/>
                </a:lnTo>
                <a:lnTo>
                  <a:pt x="1156162" y="199232"/>
                </a:lnTo>
                <a:lnTo>
                  <a:pt x="847304" y="429068"/>
                </a:lnTo>
                <a:lnTo>
                  <a:pt x="578156" y="691737"/>
                </a:lnTo>
                <a:lnTo>
                  <a:pt x="331069" y="987239"/>
                </a:lnTo>
                <a:lnTo>
                  <a:pt x="119280" y="1321048"/>
                </a:lnTo>
                <a:lnTo>
                  <a:pt x="0" y="1557746"/>
                </a:lnTo>
                <a:lnTo>
                  <a:pt x="0" y="4538060"/>
                </a:lnTo>
                <a:lnTo>
                  <a:pt x="57509" y="4686493"/>
                </a:lnTo>
                <a:lnTo>
                  <a:pt x="247236" y="5069552"/>
                </a:lnTo>
                <a:lnTo>
                  <a:pt x="481086" y="5419777"/>
                </a:lnTo>
                <a:lnTo>
                  <a:pt x="741410" y="5726224"/>
                </a:lnTo>
                <a:lnTo>
                  <a:pt x="1023795" y="5999838"/>
                </a:lnTo>
                <a:lnTo>
                  <a:pt x="1332653" y="6251562"/>
                </a:lnTo>
                <a:lnTo>
                  <a:pt x="1650336" y="6470453"/>
                </a:lnTo>
                <a:lnTo>
                  <a:pt x="1976844" y="6645566"/>
                </a:lnTo>
                <a:lnTo>
                  <a:pt x="2321000" y="6804261"/>
                </a:lnTo>
                <a:lnTo>
                  <a:pt x="2460016" y="6858000"/>
                </a:lnTo>
                <a:lnTo>
                  <a:pt x="6444063" y="6858000"/>
                </a:lnTo>
                <a:lnTo>
                  <a:pt x="6733266" y="6744066"/>
                </a:lnTo>
                <a:lnTo>
                  <a:pt x="7099484" y="6585371"/>
                </a:lnTo>
                <a:lnTo>
                  <a:pt x="7439228" y="6382897"/>
                </a:lnTo>
                <a:lnTo>
                  <a:pt x="7756911" y="6147589"/>
                </a:lnTo>
                <a:lnTo>
                  <a:pt x="8052533" y="5868503"/>
                </a:lnTo>
                <a:lnTo>
                  <a:pt x="8299620" y="5562056"/>
                </a:lnTo>
                <a:lnTo>
                  <a:pt x="8405514" y="5386944"/>
                </a:lnTo>
                <a:lnTo>
                  <a:pt x="8502584" y="5200886"/>
                </a:lnTo>
                <a:lnTo>
                  <a:pt x="8582005" y="5009357"/>
                </a:lnTo>
                <a:lnTo>
                  <a:pt x="8652601" y="4806883"/>
                </a:lnTo>
                <a:lnTo>
                  <a:pt x="8714373" y="4571576"/>
                </a:lnTo>
                <a:lnTo>
                  <a:pt x="8749671" y="4352685"/>
                </a:lnTo>
                <a:lnTo>
                  <a:pt x="8771732" y="4106433"/>
                </a:lnTo>
                <a:lnTo>
                  <a:pt x="8784969" y="3843764"/>
                </a:lnTo>
                <a:lnTo>
                  <a:pt x="8758495" y="3597512"/>
                </a:lnTo>
                <a:lnTo>
                  <a:pt x="8714373" y="3345787"/>
                </a:lnTo>
                <a:lnTo>
                  <a:pt x="8652601" y="3115952"/>
                </a:lnTo>
                <a:lnTo>
                  <a:pt x="8582005" y="2880644"/>
                </a:lnTo>
                <a:lnTo>
                  <a:pt x="8502584" y="2645337"/>
                </a:lnTo>
                <a:lnTo>
                  <a:pt x="8405514" y="2426446"/>
                </a:lnTo>
                <a:lnTo>
                  <a:pt x="8290795" y="2223972"/>
                </a:lnTo>
                <a:lnTo>
                  <a:pt x="8171664" y="2021498"/>
                </a:lnTo>
                <a:lnTo>
                  <a:pt x="7889279" y="1643911"/>
                </a:lnTo>
                <a:lnTo>
                  <a:pt x="7571596" y="1277269"/>
                </a:lnTo>
                <a:lnTo>
                  <a:pt x="7218615" y="954406"/>
                </a:lnTo>
                <a:lnTo>
                  <a:pt x="6839160" y="664375"/>
                </a:lnTo>
                <a:lnTo>
                  <a:pt x="6428820" y="418123"/>
                </a:lnTo>
                <a:lnTo>
                  <a:pt x="6005242" y="182816"/>
                </a:lnTo>
                <a:close/>
              </a:path>
            </a:pathLst>
          </a:custGeom>
          <a:solidFill>
            <a:schemeClr val="tx1">
              <a:lumMod val="75000"/>
              <a:lumOff val="25000"/>
            </a:schemeClr>
          </a:solidFill>
          <a:ln>
            <a:noFill/>
          </a:ln>
        </p:spPr>
        <p:txBody>
          <a:bodyPr vert="horz" wrap="square" lIns="91440" tIns="45720" rIns="91440" bIns="45720" numCol="1" anchor="t" anchorCtr="0" compatLnSpc="1">
            <a:prstTxWarp prst="textNoShape">
              <a:avLst/>
            </a:prstTxWarp>
            <a:noAutofit/>
          </a:bodyPr>
          <a:lstStyle/>
          <a:p>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7" name="Title 6">
            <a:extLst>
              <a:ext uri="{FF2B5EF4-FFF2-40B4-BE49-F238E27FC236}">
                <a16:creationId xmlns:a16="http://schemas.microsoft.com/office/drawing/2014/main" id="{89245B68-D7BE-4D62-BC2B-4D5729E566E9}"/>
              </a:ext>
            </a:extLst>
          </p:cNvPr>
          <p:cNvSpPr>
            <a:spLocks noGrp="1"/>
          </p:cNvSpPr>
          <p:nvPr>
            <p:ph type="title"/>
          </p:nvPr>
        </p:nvSpPr>
        <p:spPr>
          <a:xfrm>
            <a:off x="398682" y="2325648"/>
            <a:ext cx="3498667" cy="2456485"/>
          </a:xfrm>
        </p:spPr>
        <p:txBody>
          <a:bodyPr/>
          <a:lstStyle/>
          <a:p>
            <a:r>
              <a:rPr lang="en-US" noProof="0"/>
              <a:t>Click to edit Master title style</a:t>
            </a:r>
          </a:p>
        </p:txBody>
      </p:sp>
      <p:sp>
        <p:nvSpPr>
          <p:cNvPr id="9" name="Content Placeholder 8">
            <a:extLst>
              <a:ext uri="{FF2B5EF4-FFF2-40B4-BE49-F238E27FC236}">
                <a16:creationId xmlns:a16="http://schemas.microsoft.com/office/drawing/2014/main" id="{AD30D061-37A7-4261-B0A0-8ADD86394B36}"/>
              </a:ext>
            </a:extLst>
          </p:cNvPr>
          <p:cNvSpPr>
            <a:spLocks noGrp="1"/>
          </p:cNvSpPr>
          <p:nvPr>
            <p:ph sz="quarter" idx="14"/>
          </p:nvPr>
        </p:nvSpPr>
        <p:spPr>
          <a:xfrm>
            <a:off x="5100638" y="838986"/>
            <a:ext cx="6292850" cy="524130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64169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B7E1CAD-48B4-45E8-AC71-7B4CEEB5AE94}"/>
              </a:ext>
            </a:extLst>
          </p:cNvPr>
          <p:cNvSpPr>
            <a:spLocks noGrp="1"/>
          </p:cNvSpPr>
          <p:nvPr>
            <p:ph type="pic" sz="quarter" idx="13"/>
          </p:nvPr>
        </p:nvSpPr>
        <p:spPr>
          <a:xfrm>
            <a:off x="2825492" y="0"/>
            <a:ext cx="9366509" cy="6843713"/>
          </a:xfrm>
          <a:custGeom>
            <a:avLst/>
            <a:gdLst>
              <a:gd name="connsiteX0" fmla="*/ 3149894 w 9366509"/>
              <a:gd name="connsiteY0" fmla="*/ 0 h 6843713"/>
              <a:gd name="connsiteX1" fmla="*/ 7207729 w 9366509"/>
              <a:gd name="connsiteY1" fmla="*/ 0 h 6843713"/>
              <a:gd name="connsiteX2" fmla="*/ 7728853 w 9366509"/>
              <a:gd name="connsiteY2" fmla="*/ 155329 h 6843713"/>
              <a:gd name="connsiteX3" fmla="*/ 8323783 w 9366509"/>
              <a:gd name="connsiteY3" fmla="*/ 374392 h 6843713"/>
              <a:gd name="connsiteX4" fmla="*/ 8907061 w 9366509"/>
              <a:gd name="connsiteY4" fmla="*/ 651838 h 6843713"/>
              <a:gd name="connsiteX5" fmla="*/ 9366509 w 9366509"/>
              <a:gd name="connsiteY5" fmla="*/ 893714 h 6843713"/>
              <a:gd name="connsiteX6" fmla="*/ 9366509 w 9366509"/>
              <a:gd name="connsiteY6" fmla="*/ 6843713 h 6843713"/>
              <a:gd name="connsiteX7" fmla="*/ 768249 w 9366509"/>
              <a:gd name="connsiteY7" fmla="*/ 6843713 h 6843713"/>
              <a:gd name="connsiteX8" fmla="*/ 607301 w 9366509"/>
              <a:gd name="connsiteY8" fmla="*/ 6560777 h 6843713"/>
              <a:gd name="connsiteX9" fmla="*/ 362142 w 9366509"/>
              <a:gd name="connsiteY9" fmla="*/ 6023419 h 6843713"/>
              <a:gd name="connsiteX10" fmla="*/ 179684 w 9366509"/>
              <a:gd name="connsiteY10" fmla="*/ 5425444 h 6843713"/>
              <a:gd name="connsiteX11" fmla="*/ 101216 w 9366509"/>
              <a:gd name="connsiteY11" fmla="*/ 5125898 h 6843713"/>
              <a:gd name="connsiteX12" fmla="*/ 56781 w 9366509"/>
              <a:gd name="connsiteY12" fmla="*/ 4824862 h 6843713"/>
              <a:gd name="connsiteX13" fmla="*/ 12346 w 9366509"/>
              <a:gd name="connsiteY13" fmla="*/ 4523826 h 6843713"/>
              <a:gd name="connsiteX14" fmla="*/ 0 w 9366509"/>
              <a:gd name="connsiteY14" fmla="*/ 4241811 h 6843713"/>
              <a:gd name="connsiteX15" fmla="*/ 4521 w 9366509"/>
              <a:gd name="connsiteY15" fmla="*/ 3955653 h 6843713"/>
              <a:gd name="connsiteX16" fmla="*/ 37551 w 9366509"/>
              <a:gd name="connsiteY16" fmla="*/ 3671651 h 6843713"/>
              <a:gd name="connsiteX17" fmla="*/ 74160 w 9366509"/>
              <a:gd name="connsiteY17" fmla="*/ 3404515 h 6843713"/>
              <a:gd name="connsiteX18" fmla="*/ 125842 w 9366509"/>
              <a:gd name="connsiteY18" fmla="*/ 3157143 h 6843713"/>
              <a:gd name="connsiteX19" fmla="*/ 277270 w 9366509"/>
              <a:gd name="connsiteY19" fmla="*/ 2656892 h 6843713"/>
              <a:gd name="connsiteX20" fmla="*/ 495711 w 9366509"/>
              <a:gd name="connsiteY20" fmla="*/ 2194559 h 6843713"/>
              <a:gd name="connsiteX21" fmla="*/ 760273 w 9366509"/>
              <a:gd name="connsiteY21" fmla="*/ 1747229 h 6843713"/>
              <a:gd name="connsiteX22" fmla="*/ 1075575 w 9366509"/>
              <a:gd name="connsiteY22" fmla="*/ 1355549 h 6843713"/>
              <a:gd name="connsiteX23" fmla="*/ 1423710 w 9366509"/>
              <a:gd name="connsiteY23" fmla="*/ 999879 h 6843713"/>
              <a:gd name="connsiteX24" fmla="*/ 1821693 w 9366509"/>
              <a:gd name="connsiteY24" fmla="*/ 679475 h 6843713"/>
              <a:gd name="connsiteX25" fmla="*/ 2252508 w 9366509"/>
              <a:gd name="connsiteY25" fmla="*/ 395080 h 6843713"/>
              <a:gd name="connsiteX26" fmla="*/ 2717049 w 9366509"/>
              <a:gd name="connsiteY26" fmla="*/ 167081 h 684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366509" h="6843713">
                <a:moveTo>
                  <a:pt x="3149894" y="0"/>
                </a:moveTo>
                <a:lnTo>
                  <a:pt x="7207729" y="0"/>
                </a:lnTo>
                <a:lnTo>
                  <a:pt x="7728853" y="155329"/>
                </a:lnTo>
                <a:lnTo>
                  <a:pt x="8323783" y="374392"/>
                </a:lnTo>
                <a:lnTo>
                  <a:pt x="8907061" y="651838"/>
                </a:lnTo>
                <a:lnTo>
                  <a:pt x="9366509" y="893714"/>
                </a:lnTo>
                <a:lnTo>
                  <a:pt x="9366509" y="6843713"/>
                </a:lnTo>
                <a:lnTo>
                  <a:pt x="768249" y="6843713"/>
                </a:lnTo>
                <a:lnTo>
                  <a:pt x="607301" y="6560777"/>
                </a:lnTo>
                <a:lnTo>
                  <a:pt x="362142" y="6023419"/>
                </a:lnTo>
                <a:lnTo>
                  <a:pt x="179684" y="5425444"/>
                </a:lnTo>
                <a:lnTo>
                  <a:pt x="101216" y="5125898"/>
                </a:lnTo>
                <a:lnTo>
                  <a:pt x="56781" y="4824862"/>
                </a:lnTo>
                <a:lnTo>
                  <a:pt x="12346" y="4523826"/>
                </a:lnTo>
                <a:lnTo>
                  <a:pt x="0" y="4241811"/>
                </a:lnTo>
                <a:lnTo>
                  <a:pt x="4521" y="3955653"/>
                </a:lnTo>
                <a:lnTo>
                  <a:pt x="37551" y="3671651"/>
                </a:lnTo>
                <a:lnTo>
                  <a:pt x="74160" y="3404515"/>
                </a:lnTo>
                <a:lnTo>
                  <a:pt x="125842" y="3157143"/>
                </a:lnTo>
                <a:lnTo>
                  <a:pt x="277270" y="2656892"/>
                </a:lnTo>
                <a:lnTo>
                  <a:pt x="495711" y="2194559"/>
                </a:lnTo>
                <a:lnTo>
                  <a:pt x="760273" y="1747229"/>
                </a:lnTo>
                <a:lnTo>
                  <a:pt x="1075575" y="1355549"/>
                </a:lnTo>
                <a:lnTo>
                  <a:pt x="1423710" y="999879"/>
                </a:lnTo>
                <a:lnTo>
                  <a:pt x="1821693" y="679475"/>
                </a:lnTo>
                <a:lnTo>
                  <a:pt x="2252508" y="395080"/>
                </a:lnTo>
                <a:lnTo>
                  <a:pt x="2717049" y="167081"/>
                </a:lnTo>
                <a:close/>
              </a:path>
            </a:pathLst>
          </a:custGeom>
          <a:solidFill>
            <a:schemeClr val="bg1">
              <a:lumMod val="95000"/>
            </a:schemeClr>
          </a:solidFill>
        </p:spPr>
        <p:txBody>
          <a:bodyPr wrap="square" anchor="ctr">
            <a:noAutofit/>
          </a:bodyPr>
          <a:lstStyle>
            <a:lvl1pPr marL="0" indent="0" algn="ctr">
              <a:buNone/>
              <a:defRPr i="1"/>
            </a:lvl1pPr>
          </a:lstStyle>
          <a:p>
            <a:r>
              <a:rPr lang="en-US" noProof="0"/>
              <a:t>Click icon to add picture</a:t>
            </a:r>
          </a:p>
        </p:txBody>
      </p:sp>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4" name="Date Placeholder 3"/>
          <p:cNvSpPr>
            <a:spLocks noGrp="1"/>
          </p:cNvSpPr>
          <p:nvPr>
            <p:ph type="dt" sz="half" idx="10"/>
          </p:nvPr>
        </p:nvSpPr>
        <p:spPr/>
        <p:txBody>
          <a:bodyPr/>
          <a:lstStyle/>
          <a:p>
            <a:fld id="{F90A2B57-AC62-4574-AC7D-7953A169D2FB}" type="datetimeFigureOut">
              <a:rPr lang="en-US" noProof="0" smtClean="0"/>
              <a:t>7/8/2025</a:t>
            </a:fld>
            <a:endParaRPr lang="en-US" noProof="0"/>
          </a:p>
        </p:txBody>
      </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grpSp>
        <p:nvGrpSpPr>
          <p:cNvPr id="9" name="Group 8">
            <a:extLst>
              <a:ext uri="{FF2B5EF4-FFF2-40B4-BE49-F238E27FC236}">
                <a16:creationId xmlns:a16="http://schemas.microsoft.com/office/drawing/2014/main" id="{903349DA-09EE-462C-94DB-80E15A5F4FAE}"/>
              </a:ext>
            </a:extLst>
          </p:cNvPr>
          <p:cNvGrpSpPr/>
          <p:nvPr userDrawn="1"/>
        </p:nvGrpSpPr>
        <p:grpSpPr>
          <a:xfrm>
            <a:off x="1" y="3663950"/>
            <a:ext cx="4537613" cy="3194050"/>
            <a:chOff x="1" y="3649663"/>
            <a:chExt cx="4537613" cy="3194050"/>
          </a:xfrm>
        </p:grpSpPr>
        <p:sp>
          <p:nvSpPr>
            <p:cNvPr id="16" name="Isosceles Triangle 15">
              <a:extLst>
                <a:ext uri="{FF2B5EF4-FFF2-40B4-BE49-F238E27FC236}">
                  <a16:creationId xmlns:a16="http://schemas.microsoft.com/office/drawing/2014/main" id="{E50B9CD5-BF82-4FA5-965C-3A2910331D2B}"/>
                </a:ext>
              </a:extLst>
            </p:cNvPr>
            <p:cNvSpPr/>
            <p:nvPr userDrawn="1"/>
          </p:nvSpPr>
          <p:spPr>
            <a:xfrm rot="1415293">
              <a:off x="1849954" y="3656856"/>
              <a:ext cx="1771649"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a:off x="1" y="3649663"/>
              <a:ext cx="4537613" cy="3194050"/>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 name="Title 1"/>
          <p:cNvSpPr>
            <a:spLocks noGrp="1"/>
          </p:cNvSpPr>
          <p:nvPr userDrawn="1">
            <p:ph type="title"/>
          </p:nvPr>
        </p:nvSpPr>
        <p:spPr>
          <a:xfrm>
            <a:off x="298206" y="4119869"/>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p:txBody>
          <a:bodyPr/>
          <a:lstStyle/>
          <a:p>
            <a:endParaRPr lang="en-US" noProof="0"/>
          </a:p>
        </p:txBody>
      </p:sp>
    </p:spTree>
    <p:extLst>
      <p:ext uri="{BB962C8B-B14F-4D97-AF65-F5344CB8AC3E}">
        <p14:creationId xmlns:p14="http://schemas.microsoft.com/office/powerpoint/2010/main" val="269796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3 Col Content">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1" name="Content Placeholder 2">
            <a:extLst>
              <a:ext uri="{FF2B5EF4-FFF2-40B4-BE49-F238E27FC236}">
                <a16:creationId xmlns:a16="http://schemas.microsoft.com/office/drawing/2014/main" id="{E62201C3-EEF2-4D1D-B8AB-52AA59DD67A4}"/>
              </a:ext>
            </a:extLst>
          </p:cNvPr>
          <p:cNvSpPr>
            <a:spLocks noGrp="1"/>
          </p:cNvSpPr>
          <p:nvPr>
            <p:ph sz="half" idx="1"/>
          </p:nvPr>
        </p:nvSpPr>
        <p:spPr>
          <a:xfrm>
            <a:off x="800894" y="3643500"/>
            <a:ext cx="3420000" cy="238265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 name="Content Placeholder 3">
            <a:extLst>
              <a:ext uri="{FF2B5EF4-FFF2-40B4-BE49-F238E27FC236}">
                <a16:creationId xmlns:a16="http://schemas.microsoft.com/office/drawing/2014/main" id="{33663903-41DD-413B-AB8C-9F42D238C61E}"/>
              </a:ext>
            </a:extLst>
          </p:cNvPr>
          <p:cNvSpPr>
            <a:spLocks noGrp="1"/>
          </p:cNvSpPr>
          <p:nvPr>
            <p:ph sz="half" idx="13"/>
          </p:nvPr>
        </p:nvSpPr>
        <p:spPr>
          <a:xfrm>
            <a:off x="4387159" y="3643500"/>
            <a:ext cx="3420000" cy="238265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3" name="Content Placeholder 4">
            <a:extLst>
              <a:ext uri="{FF2B5EF4-FFF2-40B4-BE49-F238E27FC236}">
                <a16:creationId xmlns:a16="http://schemas.microsoft.com/office/drawing/2014/main" id="{82AAA3FA-E48E-4E4C-8D76-08BF173CE096}"/>
              </a:ext>
            </a:extLst>
          </p:cNvPr>
          <p:cNvSpPr>
            <a:spLocks noGrp="1"/>
          </p:cNvSpPr>
          <p:nvPr>
            <p:ph sz="half" idx="14"/>
          </p:nvPr>
        </p:nvSpPr>
        <p:spPr>
          <a:xfrm>
            <a:off x="7973424" y="3643500"/>
            <a:ext cx="3420000" cy="238265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5" name="Content Header 2">
            <a:extLst>
              <a:ext uri="{FF2B5EF4-FFF2-40B4-BE49-F238E27FC236}">
                <a16:creationId xmlns:a16="http://schemas.microsoft.com/office/drawing/2014/main" id="{89F404A6-871E-4316-91C4-E577D8E03200}"/>
              </a:ext>
            </a:extLst>
          </p:cNvPr>
          <p:cNvSpPr>
            <a:spLocks noGrp="1"/>
          </p:cNvSpPr>
          <p:nvPr>
            <p:ph sz="half" idx="15" hasCustomPrompt="1"/>
          </p:nvPr>
        </p:nvSpPr>
        <p:spPr>
          <a:xfrm>
            <a:off x="800894" y="3021643"/>
            <a:ext cx="3420000" cy="460945"/>
          </a:xfrm>
        </p:spPr>
        <p:txBody>
          <a:bodyPr/>
          <a:lstStyle>
            <a:lvl1pPr marL="0" indent="0">
              <a:lnSpc>
                <a:spcPct val="100000"/>
              </a:lnSpc>
              <a:buNone/>
              <a:defRPr sz="1800">
                <a:latin typeface="+mj-lt"/>
              </a:defRPr>
            </a:lvl1pPr>
          </a:lstStyle>
          <a:p>
            <a:pPr lvl="0"/>
            <a:r>
              <a:rPr lang="en-US" noProof="0"/>
              <a:t>Header</a:t>
            </a:r>
          </a:p>
        </p:txBody>
      </p:sp>
      <p:sp>
        <p:nvSpPr>
          <p:cNvPr id="36" name="Content Header 3">
            <a:extLst>
              <a:ext uri="{FF2B5EF4-FFF2-40B4-BE49-F238E27FC236}">
                <a16:creationId xmlns:a16="http://schemas.microsoft.com/office/drawing/2014/main" id="{F37010D9-0206-4FA6-8EB0-4A74785D5855}"/>
              </a:ext>
            </a:extLst>
          </p:cNvPr>
          <p:cNvSpPr>
            <a:spLocks noGrp="1"/>
          </p:cNvSpPr>
          <p:nvPr>
            <p:ph sz="half" idx="16" hasCustomPrompt="1"/>
          </p:nvPr>
        </p:nvSpPr>
        <p:spPr>
          <a:xfrm>
            <a:off x="4387159" y="3021643"/>
            <a:ext cx="3420000" cy="460945"/>
          </a:xfrm>
        </p:spPr>
        <p:txBody>
          <a:bodyPr/>
          <a:lstStyle>
            <a:lvl1pPr marL="0" indent="0">
              <a:lnSpc>
                <a:spcPct val="100000"/>
              </a:lnSpc>
              <a:buNone/>
              <a:defRPr sz="1800">
                <a:latin typeface="+mj-lt"/>
              </a:defRPr>
            </a:lvl1pPr>
          </a:lstStyle>
          <a:p>
            <a:pPr lvl="0"/>
            <a:r>
              <a:rPr lang="en-US" noProof="0"/>
              <a:t>Header</a:t>
            </a:r>
          </a:p>
        </p:txBody>
      </p:sp>
      <p:sp>
        <p:nvSpPr>
          <p:cNvPr id="37" name="Content Header 4">
            <a:extLst>
              <a:ext uri="{FF2B5EF4-FFF2-40B4-BE49-F238E27FC236}">
                <a16:creationId xmlns:a16="http://schemas.microsoft.com/office/drawing/2014/main" id="{5CBA984A-AB57-4AE4-896F-42CC2AAB8B5D}"/>
              </a:ext>
            </a:extLst>
          </p:cNvPr>
          <p:cNvSpPr>
            <a:spLocks noGrp="1"/>
          </p:cNvSpPr>
          <p:nvPr>
            <p:ph sz="half" idx="17" hasCustomPrompt="1"/>
          </p:nvPr>
        </p:nvSpPr>
        <p:spPr>
          <a:xfrm>
            <a:off x="7973424" y="3021643"/>
            <a:ext cx="3420000" cy="460945"/>
          </a:xfrm>
        </p:spPr>
        <p:txBody>
          <a:bodyPr/>
          <a:lstStyle>
            <a:lvl1pPr marL="0" indent="0">
              <a:lnSpc>
                <a:spcPct val="100000"/>
              </a:lnSpc>
              <a:buNone/>
              <a:defRPr sz="1800">
                <a:latin typeface="+mj-lt"/>
              </a:defRPr>
            </a:lvl1pPr>
          </a:lstStyle>
          <a:p>
            <a:pPr lvl="0"/>
            <a:r>
              <a:rPr lang="en-US" noProof="0"/>
              <a:t>Header</a:t>
            </a:r>
          </a:p>
        </p:txBody>
      </p:sp>
      <p:cxnSp>
        <p:nvCxnSpPr>
          <p:cNvPr id="38" name="Straight Connector 37">
            <a:extLst>
              <a:ext uri="{FF2B5EF4-FFF2-40B4-BE49-F238E27FC236}">
                <a16:creationId xmlns:a16="http://schemas.microsoft.com/office/drawing/2014/main" id="{B7A8DADA-A3F9-464A-B9BA-25A365C1AC1D}"/>
              </a:ext>
              <a:ext uri="{C183D7F6-B498-43B3-948B-1728B52AA6E4}">
                <adec:decorative xmlns:adec="http://schemas.microsoft.com/office/drawing/2017/decorative" val="1"/>
              </a:ext>
            </a:extLst>
          </p:cNvPr>
          <p:cNvCxnSpPr/>
          <p:nvPr userDrawn="1"/>
        </p:nvCxnSpPr>
        <p:spPr>
          <a:xfrm>
            <a:off x="4304027" y="2743200"/>
            <a:ext cx="0" cy="36449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0216F6A-AB47-4B4B-9DD2-361F771E616B}"/>
              </a:ext>
              <a:ext uri="{C183D7F6-B498-43B3-948B-1728B52AA6E4}">
                <adec:decorative xmlns:adec="http://schemas.microsoft.com/office/drawing/2017/decorative" val="1"/>
              </a:ext>
            </a:extLst>
          </p:cNvPr>
          <p:cNvCxnSpPr/>
          <p:nvPr userDrawn="1"/>
        </p:nvCxnSpPr>
        <p:spPr>
          <a:xfrm>
            <a:off x="7890293" y="2743200"/>
            <a:ext cx="0" cy="36449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8397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3 Col Content w Images">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1" name="Content Placeholder 2">
            <a:extLst>
              <a:ext uri="{FF2B5EF4-FFF2-40B4-BE49-F238E27FC236}">
                <a16:creationId xmlns:a16="http://schemas.microsoft.com/office/drawing/2014/main" id="{E62201C3-EEF2-4D1D-B8AB-52AA59DD67A4}"/>
              </a:ext>
            </a:extLst>
          </p:cNvPr>
          <p:cNvSpPr>
            <a:spLocks noGrp="1"/>
          </p:cNvSpPr>
          <p:nvPr>
            <p:ph sz="half" idx="1"/>
          </p:nvPr>
        </p:nvSpPr>
        <p:spPr>
          <a:xfrm>
            <a:off x="800894" y="4768915"/>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2" name="Content Placeholder 3">
            <a:extLst>
              <a:ext uri="{FF2B5EF4-FFF2-40B4-BE49-F238E27FC236}">
                <a16:creationId xmlns:a16="http://schemas.microsoft.com/office/drawing/2014/main" id="{33663903-41DD-413B-AB8C-9F42D238C61E}"/>
              </a:ext>
            </a:extLst>
          </p:cNvPr>
          <p:cNvSpPr>
            <a:spLocks noGrp="1"/>
          </p:cNvSpPr>
          <p:nvPr>
            <p:ph sz="half" idx="13"/>
          </p:nvPr>
        </p:nvSpPr>
        <p:spPr>
          <a:xfrm>
            <a:off x="4387159" y="4768915"/>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3" name="Content Placeholder 4">
            <a:extLst>
              <a:ext uri="{FF2B5EF4-FFF2-40B4-BE49-F238E27FC236}">
                <a16:creationId xmlns:a16="http://schemas.microsoft.com/office/drawing/2014/main" id="{82AAA3FA-E48E-4E4C-8D76-08BF173CE096}"/>
              </a:ext>
            </a:extLst>
          </p:cNvPr>
          <p:cNvSpPr>
            <a:spLocks noGrp="1"/>
          </p:cNvSpPr>
          <p:nvPr>
            <p:ph sz="half" idx="14"/>
          </p:nvPr>
        </p:nvSpPr>
        <p:spPr>
          <a:xfrm>
            <a:off x="7973424" y="4768915"/>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5" name="Content Header 2">
            <a:extLst>
              <a:ext uri="{FF2B5EF4-FFF2-40B4-BE49-F238E27FC236}">
                <a16:creationId xmlns:a16="http://schemas.microsoft.com/office/drawing/2014/main" id="{89F404A6-871E-4316-91C4-E577D8E03200}"/>
              </a:ext>
            </a:extLst>
          </p:cNvPr>
          <p:cNvSpPr>
            <a:spLocks noGrp="1"/>
          </p:cNvSpPr>
          <p:nvPr>
            <p:ph sz="half" idx="15" hasCustomPrompt="1"/>
          </p:nvPr>
        </p:nvSpPr>
        <p:spPr>
          <a:xfrm>
            <a:off x="800894" y="4147058"/>
            <a:ext cx="3420000" cy="460945"/>
          </a:xfrm>
        </p:spPr>
        <p:txBody>
          <a:bodyPr/>
          <a:lstStyle>
            <a:lvl1pPr marL="0" indent="0">
              <a:lnSpc>
                <a:spcPct val="100000"/>
              </a:lnSpc>
              <a:buNone/>
              <a:defRPr sz="1800">
                <a:latin typeface="+mj-lt"/>
              </a:defRPr>
            </a:lvl1pPr>
          </a:lstStyle>
          <a:p>
            <a:pPr lvl="0"/>
            <a:r>
              <a:rPr lang="en-US" noProof="0"/>
              <a:t>Header</a:t>
            </a:r>
          </a:p>
        </p:txBody>
      </p:sp>
      <p:sp>
        <p:nvSpPr>
          <p:cNvPr id="36" name="Content Header 3">
            <a:extLst>
              <a:ext uri="{FF2B5EF4-FFF2-40B4-BE49-F238E27FC236}">
                <a16:creationId xmlns:a16="http://schemas.microsoft.com/office/drawing/2014/main" id="{F37010D9-0206-4FA6-8EB0-4A74785D5855}"/>
              </a:ext>
            </a:extLst>
          </p:cNvPr>
          <p:cNvSpPr>
            <a:spLocks noGrp="1"/>
          </p:cNvSpPr>
          <p:nvPr>
            <p:ph sz="half" idx="16" hasCustomPrompt="1"/>
          </p:nvPr>
        </p:nvSpPr>
        <p:spPr>
          <a:xfrm>
            <a:off x="4387159" y="4147058"/>
            <a:ext cx="3420000" cy="460945"/>
          </a:xfrm>
        </p:spPr>
        <p:txBody>
          <a:bodyPr/>
          <a:lstStyle>
            <a:lvl1pPr marL="0" indent="0">
              <a:lnSpc>
                <a:spcPct val="100000"/>
              </a:lnSpc>
              <a:buNone/>
              <a:defRPr sz="1800">
                <a:latin typeface="+mj-lt"/>
              </a:defRPr>
            </a:lvl1pPr>
          </a:lstStyle>
          <a:p>
            <a:pPr lvl="0"/>
            <a:r>
              <a:rPr lang="en-US" noProof="0"/>
              <a:t>Header</a:t>
            </a:r>
          </a:p>
        </p:txBody>
      </p:sp>
      <p:sp>
        <p:nvSpPr>
          <p:cNvPr id="37" name="Content Header 4">
            <a:extLst>
              <a:ext uri="{FF2B5EF4-FFF2-40B4-BE49-F238E27FC236}">
                <a16:creationId xmlns:a16="http://schemas.microsoft.com/office/drawing/2014/main" id="{5CBA984A-AB57-4AE4-896F-42CC2AAB8B5D}"/>
              </a:ext>
            </a:extLst>
          </p:cNvPr>
          <p:cNvSpPr>
            <a:spLocks noGrp="1"/>
          </p:cNvSpPr>
          <p:nvPr>
            <p:ph sz="half" idx="17" hasCustomPrompt="1"/>
          </p:nvPr>
        </p:nvSpPr>
        <p:spPr>
          <a:xfrm>
            <a:off x="7973424" y="4147058"/>
            <a:ext cx="3420000" cy="460945"/>
          </a:xfrm>
        </p:spPr>
        <p:txBody>
          <a:bodyPr/>
          <a:lstStyle>
            <a:lvl1pPr marL="0" indent="0">
              <a:lnSpc>
                <a:spcPct val="100000"/>
              </a:lnSpc>
              <a:buNone/>
              <a:defRPr sz="1800">
                <a:latin typeface="+mj-lt"/>
              </a:defRPr>
            </a:lvl1pPr>
          </a:lstStyle>
          <a:p>
            <a:pPr lvl="0"/>
            <a:r>
              <a:rPr lang="en-US" noProof="0"/>
              <a:t>Header</a:t>
            </a:r>
          </a:p>
        </p:txBody>
      </p:sp>
      <p:sp>
        <p:nvSpPr>
          <p:cNvPr id="4" name="Picture Placeholder 3">
            <a:extLst>
              <a:ext uri="{FF2B5EF4-FFF2-40B4-BE49-F238E27FC236}">
                <a16:creationId xmlns:a16="http://schemas.microsoft.com/office/drawing/2014/main" id="{0D4343E1-2980-4553-8C60-26A8B5828B97}"/>
              </a:ext>
            </a:extLst>
          </p:cNvPr>
          <p:cNvSpPr>
            <a:spLocks noGrp="1"/>
          </p:cNvSpPr>
          <p:nvPr>
            <p:ph type="pic" sz="quarter" idx="18" hasCustomPrompt="1"/>
          </p:nvPr>
        </p:nvSpPr>
        <p:spPr>
          <a:xfrm>
            <a:off x="800856" y="3125086"/>
            <a:ext cx="844171" cy="844171"/>
          </a:xfrm>
        </p:spPr>
        <p:txBody>
          <a:bodyPr anchor="ctr"/>
          <a:lstStyle>
            <a:lvl1pPr marL="0" indent="0" algn="ctr">
              <a:buNone/>
              <a:defRPr i="1"/>
            </a:lvl1pPr>
          </a:lstStyle>
          <a:p>
            <a:r>
              <a:rPr lang="en-US" noProof="0"/>
              <a:t>Insert Icon or Photo</a:t>
            </a:r>
          </a:p>
        </p:txBody>
      </p:sp>
      <p:sp>
        <p:nvSpPr>
          <p:cNvPr id="38" name="Picture Placeholder 3">
            <a:extLst>
              <a:ext uri="{FF2B5EF4-FFF2-40B4-BE49-F238E27FC236}">
                <a16:creationId xmlns:a16="http://schemas.microsoft.com/office/drawing/2014/main" id="{846F92BA-F8BE-4831-B110-5971C889D4CC}"/>
              </a:ext>
            </a:extLst>
          </p:cNvPr>
          <p:cNvSpPr>
            <a:spLocks noGrp="1"/>
          </p:cNvSpPr>
          <p:nvPr>
            <p:ph type="pic" sz="quarter" idx="19" hasCustomPrompt="1"/>
          </p:nvPr>
        </p:nvSpPr>
        <p:spPr>
          <a:xfrm>
            <a:off x="4386327" y="3125086"/>
            <a:ext cx="844171" cy="844171"/>
          </a:xfrm>
        </p:spPr>
        <p:txBody>
          <a:bodyPr anchor="ctr"/>
          <a:lstStyle>
            <a:lvl1pPr marL="0" indent="0" algn="ctr">
              <a:buNone/>
              <a:defRPr i="1"/>
            </a:lvl1pPr>
          </a:lstStyle>
          <a:p>
            <a:r>
              <a:rPr lang="en-US" noProof="0"/>
              <a:t>Insert Icon or Photo</a:t>
            </a:r>
          </a:p>
        </p:txBody>
      </p:sp>
      <p:sp>
        <p:nvSpPr>
          <p:cNvPr id="39" name="Picture Placeholder 3">
            <a:extLst>
              <a:ext uri="{FF2B5EF4-FFF2-40B4-BE49-F238E27FC236}">
                <a16:creationId xmlns:a16="http://schemas.microsoft.com/office/drawing/2014/main" id="{AE359D84-4C76-4CD0-B624-6DF850A10C49}"/>
              </a:ext>
            </a:extLst>
          </p:cNvPr>
          <p:cNvSpPr>
            <a:spLocks noGrp="1"/>
          </p:cNvSpPr>
          <p:nvPr>
            <p:ph type="pic" sz="quarter" idx="20" hasCustomPrompt="1"/>
          </p:nvPr>
        </p:nvSpPr>
        <p:spPr>
          <a:xfrm>
            <a:off x="7955931" y="3125086"/>
            <a:ext cx="844171" cy="844171"/>
          </a:xfrm>
        </p:spPr>
        <p:txBody>
          <a:bodyPr anchor="ctr"/>
          <a:lstStyle>
            <a:lvl1pPr marL="0" indent="0" algn="ctr">
              <a:buNone/>
              <a:defRPr i="1"/>
            </a:lvl1pPr>
          </a:lstStyle>
          <a:p>
            <a:r>
              <a:rPr lang="en-US" noProof="0"/>
              <a:t>Insert Icon or Photo</a:t>
            </a:r>
          </a:p>
        </p:txBody>
      </p:sp>
      <p:cxnSp>
        <p:nvCxnSpPr>
          <p:cNvPr id="40" name="Straight Connector 39">
            <a:extLst>
              <a:ext uri="{FF2B5EF4-FFF2-40B4-BE49-F238E27FC236}">
                <a16:creationId xmlns:a16="http://schemas.microsoft.com/office/drawing/2014/main" id="{4E4E82A4-1189-4AC3-95D5-D2435A63BE1A}"/>
              </a:ext>
              <a:ext uri="{C183D7F6-B498-43B3-948B-1728B52AA6E4}">
                <adec:decorative xmlns:adec="http://schemas.microsoft.com/office/drawing/2017/decorative" val="1"/>
              </a:ext>
            </a:extLst>
          </p:cNvPr>
          <p:cNvCxnSpPr/>
          <p:nvPr userDrawn="1"/>
        </p:nvCxnSpPr>
        <p:spPr>
          <a:xfrm>
            <a:off x="4304027" y="2743200"/>
            <a:ext cx="0" cy="36449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5703E44-581C-4B41-9496-94E20343DF6A}"/>
              </a:ext>
              <a:ext uri="{C183D7F6-B498-43B3-948B-1728B52AA6E4}">
                <adec:decorative xmlns:adec="http://schemas.microsoft.com/office/drawing/2017/decorative" val="1"/>
              </a:ext>
            </a:extLst>
          </p:cNvPr>
          <p:cNvCxnSpPr/>
          <p:nvPr userDrawn="1"/>
        </p:nvCxnSpPr>
        <p:spPr>
          <a:xfrm>
            <a:off x="7890293" y="2743200"/>
            <a:ext cx="0" cy="36449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7557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3 Col Content w Numbers">
    <p:spTree>
      <p:nvGrpSpPr>
        <p:cNvPr id="1" name=""/>
        <p:cNvGrpSpPr/>
        <p:nvPr/>
      </p:nvGrpSpPr>
      <p:grpSpPr>
        <a:xfrm>
          <a:off x="0" y="0"/>
          <a:ext cx="0" cy="0"/>
          <a:chOff x="0" y="0"/>
          <a:chExt cx="0" cy="0"/>
        </a:xfrm>
      </p:grpSpPr>
      <p:grpSp>
        <p:nvGrpSpPr>
          <p:cNvPr id="80" name="Group 79"/>
          <p:cNvGrpSpPr/>
          <p:nvPr/>
        </p:nvGrpSpPr>
        <p:grpSpPr>
          <a:xfrm flipH="1">
            <a:off x="0" y="0"/>
            <a:ext cx="12584114" cy="6853238"/>
            <a:chOff x="-417513" y="0"/>
            <a:chExt cx="12584114" cy="6853238"/>
          </a:xfrm>
        </p:grpSpPr>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4" name="Date Placeholder 3"/>
          <p:cNvSpPr>
            <a:spLocks noGrp="1"/>
          </p:cNvSpPr>
          <p:nvPr>
            <p:ph type="dt" sz="half" idx="10"/>
          </p:nvPr>
        </p:nvSpPr>
        <p:spPr/>
        <p:txBody>
          <a:bodyPr/>
          <a:lstStyle/>
          <a:p>
            <a:fld id="{F90A2B57-AC62-4574-AC7D-7953A169D2FB}" type="datetimeFigureOut">
              <a:rPr lang="en-US" noProof="0" smtClean="0"/>
              <a:t>7/8/2025</a:t>
            </a:fld>
            <a:endParaRPr lang="en-US" noProof="0"/>
          </a:p>
        </p:txBody>
      </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grpSp>
        <p:nvGrpSpPr>
          <p:cNvPr id="9" name="Group 8">
            <a:extLst>
              <a:ext uri="{FF2B5EF4-FFF2-40B4-BE49-F238E27FC236}">
                <a16:creationId xmlns:a16="http://schemas.microsoft.com/office/drawing/2014/main" id="{903349DA-09EE-462C-94DB-80E15A5F4FAE}"/>
              </a:ext>
            </a:extLst>
          </p:cNvPr>
          <p:cNvGrpSpPr/>
          <p:nvPr userDrawn="1"/>
        </p:nvGrpSpPr>
        <p:grpSpPr>
          <a:xfrm>
            <a:off x="0" y="4134156"/>
            <a:ext cx="3869619" cy="2723844"/>
            <a:chOff x="1" y="3649663"/>
            <a:chExt cx="4537613" cy="3194050"/>
          </a:xfrm>
          <a:solidFill>
            <a:schemeClr val="tx1">
              <a:lumMod val="85000"/>
              <a:lumOff val="15000"/>
            </a:schemeClr>
          </a:solidFill>
        </p:grpSpPr>
        <p:sp>
          <p:nvSpPr>
            <p:cNvPr id="16" name="Isosceles Triangle 15">
              <a:extLst>
                <a:ext uri="{FF2B5EF4-FFF2-40B4-BE49-F238E27FC236}">
                  <a16:creationId xmlns:a16="http://schemas.microsoft.com/office/drawing/2014/main" id="{E50B9CD5-BF82-4FA5-965C-3A2910331D2B}"/>
                </a:ext>
              </a:extLst>
            </p:cNvPr>
            <p:cNvSpPr/>
            <p:nvPr userDrawn="1"/>
          </p:nvSpPr>
          <p:spPr>
            <a:xfrm rot="1415293">
              <a:off x="1849954" y="3656856"/>
              <a:ext cx="1771648" cy="92602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a:off x="1" y="3649663"/>
              <a:ext cx="4537613" cy="3194050"/>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 name="Title 1"/>
          <p:cNvSpPr>
            <a:spLocks noGrp="1"/>
          </p:cNvSpPr>
          <p:nvPr userDrawn="1">
            <p:ph type="title"/>
          </p:nvPr>
        </p:nvSpPr>
        <p:spPr>
          <a:xfrm>
            <a:off x="298206" y="4119869"/>
            <a:ext cx="3112552" cy="2456442"/>
          </a:xfrm>
        </p:spPr>
        <p:txBody>
          <a:bodyPr/>
          <a:lstStyle>
            <a:lvl1pPr>
              <a:defRPr>
                <a:solidFill>
                  <a:schemeClr val="bg1"/>
                </a:solidFill>
              </a:defRPr>
            </a:lvl1pPr>
          </a:lstStyle>
          <a:p>
            <a:r>
              <a:rPr lang="en-US" noProof="0"/>
              <a:t>Click to edit Master title style</a:t>
            </a:r>
          </a:p>
        </p:txBody>
      </p:sp>
      <p:sp>
        <p:nvSpPr>
          <p:cNvPr id="5" name="Footer Placeholder 4"/>
          <p:cNvSpPr>
            <a:spLocks noGrp="1"/>
          </p:cNvSpPr>
          <p:nvPr userDrawn="1">
            <p:ph type="ftr" sz="quarter" idx="11"/>
          </p:nvPr>
        </p:nvSpPr>
        <p:spPr/>
        <p:txBody>
          <a:bodyPr/>
          <a:lstStyle/>
          <a:p>
            <a:endParaRPr lang="en-US" noProof="0"/>
          </a:p>
        </p:txBody>
      </p:sp>
      <p:sp>
        <p:nvSpPr>
          <p:cNvPr id="31" name="Content Placeholder 2">
            <a:extLst>
              <a:ext uri="{FF2B5EF4-FFF2-40B4-BE49-F238E27FC236}">
                <a16:creationId xmlns:a16="http://schemas.microsoft.com/office/drawing/2014/main" id="{E18859FD-02A1-4EBD-B3D6-0FB3AF9D7B60}"/>
              </a:ext>
            </a:extLst>
          </p:cNvPr>
          <p:cNvSpPr>
            <a:spLocks noGrp="1"/>
          </p:cNvSpPr>
          <p:nvPr>
            <p:ph sz="half" idx="1"/>
          </p:nvPr>
        </p:nvSpPr>
        <p:spPr>
          <a:xfrm>
            <a:off x="800894" y="3026920"/>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2" name="Content Placeholder 3">
            <a:extLst>
              <a:ext uri="{FF2B5EF4-FFF2-40B4-BE49-F238E27FC236}">
                <a16:creationId xmlns:a16="http://schemas.microsoft.com/office/drawing/2014/main" id="{90642181-CFD1-4C77-B057-A56CE72F014C}"/>
              </a:ext>
            </a:extLst>
          </p:cNvPr>
          <p:cNvSpPr>
            <a:spLocks noGrp="1"/>
          </p:cNvSpPr>
          <p:nvPr>
            <p:ph sz="half" idx="13"/>
          </p:nvPr>
        </p:nvSpPr>
        <p:spPr>
          <a:xfrm>
            <a:off x="4387159" y="3026920"/>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3" name="Content Placeholder 4">
            <a:extLst>
              <a:ext uri="{FF2B5EF4-FFF2-40B4-BE49-F238E27FC236}">
                <a16:creationId xmlns:a16="http://schemas.microsoft.com/office/drawing/2014/main" id="{FF0BDBD4-7825-4C67-99E9-C735E1FBB9EE}"/>
              </a:ext>
            </a:extLst>
          </p:cNvPr>
          <p:cNvSpPr>
            <a:spLocks noGrp="1"/>
          </p:cNvSpPr>
          <p:nvPr>
            <p:ph sz="half" idx="14"/>
          </p:nvPr>
        </p:nvSpPr>
        <p:spPr>
          <a:xfrm>
            <a:off x="7973424" y="3026920"/>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5" name="Content Header 2">
            <a:extLst>
              <a:ext uri="{FF2B5EF4-FFF2-40B4-BE49-F238E27FC236}">
                <a16:creationId xmlns:a16="http://schemas.microsoft.com/office/drawing/2014/main" id="{94417C6D-B291-4A61-9921-775DA1D6D0D9}"/>
              </a:ext>
            </a:extLst>
          </p:cNvPr>
          <p:cNvSpPr>
            <a:spLocks noGrp="1"/>
          </p:cNvSpPr>
          <p:nvPr>
            <p:ph sz="half" idx="15" hasCustomPrompt="1"/>
          </p:nvPr>
        </p:nvSpPr>
        <p:spPr>
          <a:xfrm>
            <a:off x="800894" y="2405063"/>
            <a:ext cx="3420000" cy="460945"/>
          </a:xfrm>
        </p:spPr>
        <p:txBody>
          <a:bodyPr/>
          <a:lstStyle>
            <a:lvl1pPr marL="0" indent="0">
              <a:lnSpc>
                <a:spcPct val="100000"/>
              </a:lnSpc>
              <a:buNone/>
              <a:defRPr sz="1800">
                <a:solidFill>
                  <a:schemeClr val="tx1"/>
                </a:solidFill>
                <a:latin typeface="+mj-lt"/>
              </a:defRPr>
            </a:lvl1pPr>
          </a:lstStyle>
          <a:p>
            <a:pPr lvl="0"/>
            <a:r>
              <a:rPr lang="en-US" noProof="0"/>
              <a:t>Header</a:t>
            </a:r>
          </a:p>
        </p:txBody>
      </p:sp>
      <p:sp>
        <p:nvSpPr>
          <p:cNvPr id="36" name="Content Header 3">
            <a:extLst>
              <a:ext uri="{FF2B5EF4-FFF2-40B4-BE49-F238E27FC236}">
                <a16:creationId xmlns:a16="http://schemas.microsoft.com/office/drawing/2014/main" id="{35980708-2905-4ABB-BDDC-DC6D33D7C6BC}"/>
              </a:ext>
            </a:extLst>
          </p:cNvPr>
          <p:cNvSpPr>
            <a:spLocks noGrp="1"/>
          </p:cNvSpPr>
          <p:nvPr>
            <p:ph sz="half" idx="16" hasCustomPrompt="1"/>
          </p:nvPr>
        </p:nvSpPr>
        <p:spPr>
          <a:xfrm>
            <a:off x="4387159" y="2405063"/>
            <a:ext cx="3420000" cy="460945"/>
          </a:xfrm>
        </p:spPr>
        <p:txBody>
          <a:bodyPr/>
          <a:lstStyle>
            <a:lvl1pPr marL="0" indent="0">
              <a:lnSpc>
                <a:spcPct val="100000"/>
              </a:lnSpc>
              <a:buNone/>
              <a:defRPr sz="1800">
                <a:solidFill>
                  <a:schemeClr val="tx1"/>
                </a:solidFill>
                <a:latin typeface="+mj-lt"/>
              </a:defRPr>
            </a:lvl1pPr>
          </a:lstStyle>
          <a:p>
            <a:pPr lvl="0"/>
            <a:r>
              <a:rPr lang="en-US" noProof="0"/>
              <a:t>Header</a:t>
            </a:r>
          </a:p>
        </p:txBody>
      </p:sp>
      <p:sp>
        <p:nvSpPr>
          <p:cNvPr id="37" name="Content Header 4">
            <a:extLst>
              <a:ext uri="{FF2B5EF4-FFF2-40B4-BE49-F238E27FC236}">
                <a16:creationId xmlns:a16="http://schemas.microsoft.com/office/drawing/2014/main" id="{C7F8108B-8CD4-48BF-94C0-01363B1E4F02}"/>
              </a:ext>
            </a:extLst>
          </p:cNvPr>
          <p:cNvSpPr>
            <a:spLocks noGrp="1"/>
          </p:cNvSpPr>
          <p:nvPr>
            <p:ph sz="half" idx="17" hasCustomPrompt="1"/>
          </p:nvPr>
        </p:nvSpPr>
        <p:spPr>
          <a:xfrm>
            <a:off x="7973424" y="2405063"/>
            <a:ext cx="3420000" cy="460945"/>
          </a:xfrm>
        </p:spPr>
        <p:txBody>
          <a:bodyPr/>
          <a:lstStyle>
            <a:lvl1pPr marL="0" indent="0">
              <a:lnSpc>
                <a:spcPct val="100000"/>
              </a:lnSpc>
              <a:buNone/>
              <a:defRPr sz="1800">
                <a:solidFill>
                  <a:schemeClr val="tx1"/>
                </a:solidFill>
                <a:latin typeface="+mj-lt"/>
              </a:defRPr>
            </a:lvl1pPr>
          </a:lstStyle>
          <a:p>
            <a:pPr lvl="0"/>
            <a:r>
              <a:rPr lang="en-US" noProof="0"/>
              <a:t>Header</a:t>
            </a:r>
          </a:p>
        </p:txBody>
      </p:sp>
      <p:sp>
        <p:nvSpPr>
          <p:cNvPr id="7" name="Text Placeholder 6">
            <a:extLst>
              <a:ext uri="{FF2B5EF4-FFF2-40B4-BE49-F238E27FC236}">
                <a16:creationId xmlns:a16="http://schemas.microsoft.com/office/drawing/2014/main" id="{090A5D5B-F644-47FC-BA95-B93F1855AD25}"/>
              </a:ext>
            </a:extLst>
          </p:cNvPr>
          <p:cNvSpPr>
            <a:spLocks noGrp="1"/>
          </p:cNvSpPr>
          <p:nvPr>
            <p:ph type="body" sz="quarter" idx="18" hasCustomPrompt="1"/>
          </p:nvPr>
        </p:nvSpPr>
        <p:spPr>
          <a:xfrm>
            <a:off x="788553" y="1408627"/>
            <a:ext cx="837285" cy="837285"/>
          </a:xfrm>
          <a:solidFill>
            <a:schemeClr val="accent1"/>
          </a:solidFill>
        </p:spPr>
        <p:txBody>
          <a:bodyPr anchor="ctr"/>
          <a:lstStyle>
            <a:lvl1pPr marL="0" indent="0" algn="ctr">
              <a:buNone/>
              <a:defRPr sz="3200" b="1">
                <a:solidFill>
                  <a:schemeClr val="tx1"/>
                </a:solidFill>
                <a:latin typeface="+mj-lt"/>
              </a:defRPr>
            </a:lvl1pPr>
          </a:lstStyle>
          <a:p>
            <a:pPr lvl="0"/>
            <a:r>
              <a:rPr lang="en-US" noProof="0"/>
              <a:t>1</a:t>
            </a:r>
          </a:p>
        </p:txBody>
      </p:sp>
      <p:sp>
        <p:nvSpPr>
          <p:cNvPr id="39" name="Text Placeholder 6">
            <a:extLst>
              <a:ext uri="{FF2B5EF4-FFF2-40B4-BE49-F238E27FC236}">
                <a16:creationId xmlns:a16="http://schemas.microsoft.com/office/drawing/2014/main" id="{96BA3150-050E-4A44-BE40-3BD47F041282}"/>
              </a:ext>
            </a:extLst>
          </p:cNvPr>
          <p:cNvSpPr>
            <a:spLocks noGrp="1"/>
          </p:cNvSpPr>
          <p:nvPr>
            <p:ph type="body" sz="quarter" idx="19" hasCustomPrompt="1"/>
          </p:nvPr>
        </p:nvSpPr>
        <p:spPr>
          <a:xfrm>
            <a:off x="4392897" y="1408627"/>
            <a:ext cx="837285" cy="837285"/>
          </a:xfrm>
          <a:solidFill>
            <a:schemeClr val="tx1">
              <a:lumMod val="85000"/>
              <a:lumOff val="15000"/>
            </a:schemeClr>
          </a:solidFill>
        </p:spPr>
        <p:txBody>
          <a:bodyPr anchor="ctr"/>
          <a:lstStyle>
            <a:lvl1pPr marL="0" indent="0" algn="ctr">
              <a:buNone/>
              <a:defRPr sz="3200" b="1">
                <a:solidFill>
                  <a:schemeClr val="bg1"/>
                </a:solidFill>
                <a:latin typeface="+mj-lt"/>
              </a:defRPr>
            </a:lvl1pPr>
          </a:lstStyle>
          <a:p>
            <a:pPr lvl="0"/>
            <a:r>
              <a:rPr lang="en-US" noProof="0"/>
              <a:t>2</a:t>
            </a:r>
          </a:p>
        </p:txBody>
      </p:sp>
      <p:sp>
        <p:nvSpPr>
          <p:cNvPr id="40" name="Text Placeholder 6">
            <a:extLst>
              <a:ext uri="{FF2B5EF4-FFF2-40B4-BE49-F238E27FC236}">
                <a16:creationId xmlns:a16="http://schemas.microsoft.com/office/drawing/2014/main" id="{A3379A5C-5A4C-4054-89CF-DBCEC320E265}"/>
              </a:ext>
            </a:extLst>
          </p:cNvPr>
          <p:cNvSpPr>
            <a:spLocks noGrp="1"/>
          </p:cNvSpPr>
          <p:nvPr>
            <p:ph type="body" sz="quarter" idx="20" hasCustomPrompt="1"/>
          </p:nvPr>
        </p:nvSpPr>
        <p:spPr>
          <a:xfrm>
            <a:off x="7973424" y="1408627"/>
            <a:ext cx="837285" cy="837285"/>
          </a:xfrm>
          <a:solidFill>
            <a:schemeClr val="bg1">
              <a:lumMod val="95000"/>
            </a:schemeClr>
          </a:solidFill>
        </p:spPr>
        <p:txBody>
          <a:bodyPr anchor="ctr"/>
          <a:lstStyle>
            <a:lvl1pPr marL="0" indent="0" algn="ctr">
              <a:buNone/>
              <a:defRPr sz="3200" b="1">
                <a:solidFill>
                  <a:schemeClr val="tx1"/>
                </a:solidFill>
                <a:latin typeface="+mj-lt"/>
              </a:defRPr>
            </a:lvl1pPr>
          </a:lstStyle>
          <a:p>
            <a:pPr lvl="0"/>
            <a:r>
              <a:rPr lang="en-US" noProof="0"/>
              <a:t>3</a:t>
            </a:r>
          </a:p>
        </p:txBody>
      </p:sp>
      <p:cxnSp>
        <p:nvCxnSpPr>
          <p:cNvPr id="38" name="Straight Connector 37">
            <a:extLst>
              <a:ext uri="{FF2B5EF4-FFF2-40B4-BE49-F238E27FC236}">
                <a16:creationId xmlns:a16="http://schemas.microsoft.com/office/drawing/2014/main" id="{11563148-967F-403B-A638-B0C3C2AC9967}"/>
              </a:ext>
              <a:ext uri="{C183D7F6-B498-43B3-948B-1728B52AA6E4}">
                <adec:decorative xmlns:adec="http://schemas.microsoft.com/office/drawing/2017/decorative" val="1"/>
              </a:ext>
            </a:extLst>
          </p:cNvPr>
          <p:cNvCxnSpPr/>
          <p:nvPr userDrawn="1"/>
        </p:nvCxnSpPr>
        <p:spPr>
          <a:xfrm>
            <a:off x="4304026" y="469900"/>
            <a:ext cx="0" cy="59182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557735-9BED-41DD-95DD-163D1C9E395A}"/>
              </a:ext>
              <a:ext uri="{C183D7F6-B498-43B3-948B-1728B52AA6E4}">
                <adec:decorative xmlns:adec="http://schemas.microsoft.com/office/drawing/2017/decorative" val="1"/>
              </a:ext>
            </a:extLst>
          </p:cNvPr>
          <p:cNvCxnSpPr/>
          <p:nvPr userDrawn="1"/>
        </p:nvCxnSpPr>
        <p:spPr>
          <a:xfrm>
            <a:off x="7890290" y="469900"/>
            <a:ext cx="0" cy="59182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579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Righ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C895FDC-2C4F-4DDB-8BAF-F96F3F29E496}"/>
              </a:ext>
            </a:extLst>
          </p:cNvPr>
          <p:cNvGrpSpPr/>
          <p:nvPr userDrawn="1"/>
        </p:nvGrpSpPr>
        <p:grpSpPr>
          <a:xfrm>
            <a:off x="3975193" y="1"/>
            <a:ext cx="8918389" cy="6858000"/>
            <a:chOff x="-9741005" y="76962"/>
            <a:chExt cx="8918389" cy="7010413"/>
          </a:xfrm>
        </p:grpSpPr>
        <p:sp>
          <p:nvSpPr>
            <p:cNvPr id="19" name="Freeform 5">
              <a:extLst>
                <a:ext uri="{FF2B5EF4-FFF2-40B4-BE49-F238E27FC236}">
                  <a16:creationId xmlns:a16="http://schemas.microsoft.com/office/drawing/2014/main" id="{F6F62C76-F2A2-4C4A-A2CF-7478D192F41F}"/>
                </a:ext>
              </a:extLst>
            </p:cNvPr>
            <p:cNvSpPr/>
            <p:nvPr/>
          </p:nvSpPr>
          <p:spPr bwMode="auto">
            <a:xfrm flipH="1">
              <a:off x="-9741005" y="76962"/>
              <a:ext cx="6166080" cy="70104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8">
              <a:extLst>
                <a:ext uri="{FF2B5EF4-FFF2-40B4-BE49-F238E27FC236}">
                  <a16:creationId xmlns:a16="http://schemas.microsoft.com/office/drawing/2014/main" id="{C2FEE6D6-C66B-46A2-9717-D94CD2EEC516}"/>
                </a:ext>
              </a:extLst>
            </p:cNvPr>
            <p:cNvSpPr/>
            <p:nvPr/>
          </p:nvSpPr>
          <p:spPr bwMode="auto">
            <a:xfrm flipH="1">
              <a:off x="-9147964" y="76962"/>
              <a:ext cx="5869560" cy="70104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5" name="Freeform 11">
              <a:extLst>
                <a:ext uri="{FF2B5EF4-FFF2-40B4-BE49-F238E27FC236}">
                  <a16:creationId xmlns:a16="http://schemas.microsoft.com/office/drawing/2014/main" id="{50F8CA4D-DFF0-446B-B60D-6C59383E60CB}"/>
                </a:ext>
              </a:extLst>
            </p:cNvPr>
            <p:cNvSpPr/>
            <p:nvPr/>
          </p:nvSpPr>
          <p:spPr bwMode="auto">
            <a:xfrm flipH="1">
              <a:off x="-8869187" y="76962"/>
              <a:ext cx="5780859" cy="70104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4">
              <a:extLst>
                <a:ext uri="{FF2B5EF4-FFF2-40B4-BE49-F238E27FC236}">
                  <a16:creationId xmlns:a16="http://schemas.microsoft.com/office/drawing/2014/main" id="{FE92DF35-F9F7-40F5-989F-13D90C622383}"/>
                </a:ext>
              </a:extLst>
            </p:cNvPr>
            <p:cNvSpPr/>
            <p:nvPr/>
          </p:nvSpPr>
          <p:spPr bwMode="auto">
            <a:xfrm flipH="1">
              <a:off x="-8268545" y="76962"/>
              <a:ext cx="5180216" cy="70104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6">
              <a:extLst>
                <a:ext uri="{FF2B5EF4-FFF2-40B4-BE49-F238E27FC236}">
                  <a16:creationId xmlns:a16="http://schemas.microsoft.com/office/drawing/2014/main" id="{59DC02A7-D065-41E9-BB83-3E6B87C8FCDA}"/>
                </a:ext>
              </a:extLst>
            </p:cNvPr>
            <p:cNvSpPr/>
            <p:nvPr/>
          </p:nvSpPr>
          <p:spPr bwMode="auto">
            <a:xfrm flipH="1">
              <a:off x="-8065797" y="76962"/>
              <a:ext cx="5157408" cy="70104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18">
              <a:extLst>
                <a:ext uri="{FF2B5EF4-FFF2-40B4-BE49-F238E27FC236}">
                  <a16:creationId xmlns:a16="http://schemas.microsoft.com/office/drawing/2014/main" id="{B956E204-209F-4483-A2D7-FDD5857C793A}"/>
                </a:ext>
              </a:extLst>
            </p:cNvPr>
            <p:cNvSpPr/>
            <p:nvPr/>
          </p:nvSpPr>
          <p:spPr bwMode="auto">
            <a:xfrm flipH="1">
              <a:off x="-7723660" y="76962"/>
              <a:ext cx="5461530" cy="70104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4" name="Freeform 20">
              <a:extLst>
                <a:ext uri="{FF2B5EF4-FFF2-40B4-BE49-F238E27FC236}">
                  <a16:creationId xmlns:a16="http://schemas.microsoft.com/office/drawing/2014/main" id="{63C141C1-7D94-41BC-9125-3049CE0F4262}"/>
                </a:ext>
              </a:extLst>
            </p:cNvPr>
            <p:cNvSpPr/>
            <p:nvPr/>
          </p:nvSpPr>
          <p:spPr bwMode="auto">
            <a:xfrm flipH="1">
              <a:off x="-6783414" y="76962"/>
              <a:ext cx="4338811" cy="70104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5" name="Freeform 21">
              <a:extLst>
                <a:ext uri="{FF2B5EF4-FFF2-40B4-BE49-F238E27FC236}">
                  <a16:creationId xmlns:a16="http://schemas.microsoft.com/office/drawing/2014/main" id="{DF161C9E-F9BD-426C-AC90-44428E88D146}"/>
                </a:ext>
              </a:extLst>
            </p:cNvPr>
            <p:cNvSpPr/>
            <p:nvPr/>
          </p:nvSpPr>
          <p:spPr bwMode="auto">
            <a:xfrm flipH="1">
              <a:off x="-6608545" y="76962"/>
              <a:ext cx="4701225" cy="70104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6" name="Freeform 22">
              <a:extLst>
                <a:ext uri="{FF2B5EF4-FFF2-40B4-BE49-F238E27FC236}">
                  <a16:creationId xmlns:a16="http://schemas.microsoft.com/office/drawing/2014/main" id="{5F6A9DD0-9049-4E35-AB52-2295FAD07BE0}"/>
                </a:ext>
              </a:extLst>
            </p:cNvPr>
            <p:cNvSpPr/>
            <p:nvPr userDrawn="1"/>
          </p:nvSpPr>
          <p:spPr bwMode="auto">
            <a:xfrm flipH="1">
              <a:off x="-4659626" y="76962"/>
              <a:ext cx="3837010" cy="70104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7" name="Freeform 23">
              <a:extLst>
                <a:ext uri="{FF2B5EF4-FFF2-40B4-BE49-F238E27FC236}">
                  <a16:creationId xmlns:a16="http://schemas.microsoft.com/office/drawing/2014/main" id="{844EE558-A987-4D5F-9409-50DA793C924A}"/>
                </a:ext>
              </a:extLst>
            </p:cNvPr>
            <p:cNvSpPr/>
            <p:nvPr userDrawn="1"/>
          </p:nvSpPr>
          <p:spPr bwMode="auto">
            <a:xfrm flipH="1">
              <a:off x="-4340299" y="86719"/>
              <a:ext cx="2828337" cy="3276730"/>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25">
              <a:extLst>
                <a:ext uri="{FF2B5EF4-FFF2-40B4-BE49-F238E27FC236}">
                  <a16:creationId xmlns:a16="http://schemas.microsoft.com/office/drawing/2014/main" id="{BA0CA8CE-37BE-4004-9F24-18C47C58A73A}"/>
                </a:ext>
              </a:extLst>
            </p:cNvPr>
            <p:cNvSpPr/>
            <p:nvPr userDrawn="1"/>
          </p:nvSpPr>
          <p:spPr bwMode="auto">
            <a:xfrm flipH="1">
              <a:off x="-4005764" y="76962"/>
              <a:ext cx="2493803" cy="2283141"/>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8733805" y="2029597"/>
            <a:ext cx="3372491" cy="2997562"/>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0800000">
            <a:off x="9539001" y="4459774"/>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2" name="Title 1"/>
          <p:cNvSpPr>
            <a:spLocks noGrp="1"/>
          </p:cNvSpPr>
          <p:nvPr userDrawn="1">
            <p:ph type="title"/>
          </p:nvPr>
        </p:nvSpPr>
        <p:spPr>
          <a:xfrm>
            <a:off x="8951262" y="2349925"/>
            <a:ext cx="2937576" cy="2456442"/>
          </a:xfrm>
        </p:spPr>
        <p:txBody>
          <a:bodyPr/>
          <a:lstStyle>
            <a:lvl1pPr>
              <a:defRPr>
                <a:solidFill>
                  <a:schemeClr val="tx1"/>
                </a:solidFill>
              </a:defRPr>
            </a:lvl1pPr>
          </a:lstStyle>
          <a:p>
            <a:r>
              <a:rPr lang="en-US" noProof="0"/>
              <a:t>Click to edit Master title style</a:t>
            </a:r>
          </a:p>
        </p:txBody>
      </p:sp>
      <p:sp>
        <p:nvSpPr>
          <p:cNvPr id="12" name="Rectangle 11">
            <a:extLst>
              <a:ext uri="{FF2B5EF4-FFF2-40B4-BE49-F238E27FC236}">
                <a16:creationId xmlns:a16="http://schemas.microsoft.com/office/drawing/2014/main" id="{6AEF0598-4986-4C3D-A0BD-127B9AD43830}"/>
              </a:ext>
            </a:extLst>
          </p:cNvPr>
          <p:cNvSpPr/>
          <p:nvPr userDrawn="1"/>
        </p:nvSpPr>
        <p:spPr>
          <a:xfrm>
            <a:off x="0" y="-677"/>
            <a:ext cx="8592786" cy="6858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Date Placeholder 3"/>
          <p:cNvSpPr>
            <a:spLocks noGrp="1"/>
          </p:cNvSpPr>
          <p:nvPr>
            <p:ph type="dt" sz="half" idx="10"/>
          </p:nvPr>
        </p:nvSpPr>
        <p:spPr/>
        <p:txBody>
          <a:bodyPr/>
          <a:lstStyle/>
          <a:p>
            <a:fld id="{F90A2B57-AC62-4574-AC7D-7953A169D2FB}" type="datetimeFigureOut">
              <a:rPr lang="en-US" noProof="0" smtClean="0"/>
              <a:t>7/8/2025</a:t>
            </a:fld>
            <a:endParaRPr lang="en-US" noProof="0"/>
          </a:p>
        </p:txBody>
      </p:sp>
      <p:sp>
        <p:nvSpPr>
          <p:cNvPr id="5" name="Footer Placeholder 4"/>
          <p:cNvSpPr>
            <a:spLocks noGrp="1"/>
          </p:cNvSpPr>
          <p:nvPr>
            <p:ph type="ftr" sz="quarter" idx="11"/>
          </p:nvPr>
        </p:nvSpPr>
        <p:spPr/>
        <p:txBody>
          <a:bodyPr/>
          <a:lstStyle/>
          <a:p>
            <a:endParaRPr lang="en-US" noProof="0"/>
          </a:p>
        </p:txBody>
      </p:sp>
      <p:cxnSp>
        <p:nvCxnSpPr>
          <p:cNvPr id="14" name="Straight Connector 13">
            <a:extLst>
              <a:ext uri="{FF2B5EF4-FFF2-40B4-BE49-F238E27FC236}">
                <a16:creationId xmlns:a16="http://schemas.microsoft.com/office/drawing/2014/main" id="{A4314920-E619-4EFC-ABED-C6607FFDCEFC}"/>
              </a:ext>
            </a:extLst>
          </p:cNvPr>
          <p:cNvCxnSpPr>
            <a:cxnSpLocks/>
          </p:cNvCxnSpPr>
          <p:nvPr userDrawn="1"/>
        </p:nvCxnSpPr>
        <p:spPr>
          <a:xfrm>
            <a:off x="8592786" y="-677"/>
            <a:ext cx="0" cy="685867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Freeform 5">
            <a:extLst>
              <a:ext uri="{FF2B5EF4-FFF2-40B4-BE49-F238E27FC236}">
                <a16:creationId xmlns:a16="http://schemas.microsoft.com/office/drawing/2014/main" id="{1A7CEEF1-5681-4130-870F-528E3DBED1C2}"/>
              </a:ext>
            </a:extLst>
          </p:cNvPr>
          <p:cNvSpPr>
            <a:spLocks/>
          </p:cNvSpPr>
          <p:nvPr userDrawn="1"/>
        </p:nvSpPr>
        <p:spPr bwMode="auto">
          <a:xfrm>
            <a:off x="10582987" y="1893639"/>
            <a:ext cx="1060897" cy="708455"/>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noProof="0"/>
          </a:p>
        </p:txBody>
      </p:sp>
    </p:spTree>
    <p:extLst>
      <p:ext uri="{BB962C8B-B14F-4D97-AF65-F5344CB8AC3E}">
        <p14:creationId xmlns:p14="http://schemas.microsoft.com/office/powerpoint/2010/main" val="4262876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Large 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C895FDC-2C4F-4DDB-8BAF-F96F3F29E496}"/>
              </a:ext>
            </a:extLst>
          </p:cNvPr>
          <p:cNvGrpSpPr/>
          <p:nvPr userDrawn="1"/>
        </p:nvGrpSpPr>
        <p:grpSpPr>
          <a:xfrm flipH="1">
            <a:off x="-685800" y="1"/>
            <a:ext cx="8918389" cy="6858000"/>
            <a:chOff x="-9741005" y="76962"/>
            <a:chExt cx="8918389" cy="7010413"/>
          </a:xfrm>
        </p:grpSpPr>
        <p:sp>
          <p:nvSpPr>
            <p:cNvPr id="19" name="Freeform 5">
              <a:extLst>
                <a:ext uri="{FF2B5EF4-FFF2-40B4-BE49-F238E27FC236}">
                  <a16:creationId xmlns:a16="http://schemas.microsoft.com/office/drawing/2014/main" id="{F6F62C76-F2A2-4C4A-A2CF-7478D192F41F}"/>
                </a:ext>
              </a:extLst>
            </p:cNvPr>
            <p:cNvSpPr/>
            <p:nvPr/>
          </p:nvSpPr>
          <p:spPr bwMode="auto">
            <a:xfrm flipH="1">
              <a:off x="-9741005" y="76962"/>
              <a:ext cx="6166080" cy="70104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8">
              <a:extLst>
                <a:ext uri="{FF2B5EF4-FFF2-40B4-BE49-F238E27FC236}">
                  <a16:creationId xmlns:a16="http://schemas.microsoft.com/office/drawing/2014/main" id="{C2FEE6D6-C66B-46A2-9717-D94CD2EEC516}"/>
                </a:ext>
              </a:extLst>
            </p:cNvPr>
            <p:cNvSpPr/>
            <p:nvPr/>
          </p:nvSpPr>
          <p:spPr bwMode="auto">
            <a:xfrm flipH="1">
              <a:off x="-9147964" y="76962"/>
              <a:ext cx="5869560" cy="70104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5" name="Freeform 11">
              <a:extLst>
                <a:ext uri="{FF2B5EF4-FFF2-40B4-BE49-F238E27FC236}">
                  <a16:creationId xmlns:a16="http://schemas.microsoft.com/office/drawing/2014/main" id="{50F8CA4D-DFF0-446B-B60D-6C59383E60CB}"/>
                </a:ext>
              </a:extLst>
            </p:cNvPr>
            <p:cNvSpPr/>
            <p:nvPr/>
          </p:nvSpPr>
          <p:spPr bwMode="auto">
            <a:xfrm flipH="1">
              <a:off x="-8869187" y="76962"/>
              <a:ext cx="5780859" cy="70104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4">
              <a:extLst>
                <a:ext uri="{FF2B5EF4-FFF2-40B4-BE49-F238E27FC236}">
                  <a16:creationId xmlns:a16="http://schemas.microsoft.com/office/drawing/2014/main" id="{FE92DF35-F9F7-40F5-989F-13D90C622383}"/>
                </a:ext>
              </a:extLst>
            </p:cNvPr>
            <p:cNvSpPr/>
            <p:nvPr/>
          </p:nvSpPr>
          <p:spPr bwMode="auto">
            <a:xfrm flipH="1">
              <a:off x="-8268545" y="76962"/>
              <a:ext cx="5180216" cy="70104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6">
              <a:extLst>
                <a:ext uri="{FF2B5EF4-FFF2-40B4-BE49-F238E27FC236}">
                  <a16:creationId xmlns:a16="http://schemas.microsoft.com/office/drawing/2014/main" id="{59DC02A7-D065-41E9-BB83-3E6B87C8FCDA}"/>
                </a:ext>
              </a:extLst>
            </p:cNvPr>
            <p:cNvSpPr/>
            <p:nvPr/>
          </p:nvSpPr>
          <p:spPr bwMode="auto">
            <a:xfrm flipH="1">
              <a:off x="-8065797" y="76962"/>
              <a:ext cx="5157408" cy="70104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18">
              <a:extLst>
                <a:ext uri="{FF2B5EF4-FFF2-40B4-BE49-F238E27FC236}">
                  <a16:creationId xmlns:a16="http://schemas.microsoft.com/office/drawing/2014/main" id="{B956E204-209F-4483-A2D7-FDD5857C793A}"/>
                </a:ext>
              </a:extLst>
            </p:cNvPr>
            <p:cNvSpPr/>
            <p:nvPr/>
          </p:nvSpPr>
          <p:spPr bwMode="auto">
            <a:xfrm flipH="1">
              <a:off x="-7723660" y="76962"/>
              <a:ext cx="5461530" cy="70104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4" name="Freeform 20">
              <a:extLst>
                <a:ext uri="{FF2B5EF4-FFF2-40B4-BE49-F238E27FC236}">
                  <a16:creationId xmlns:a16="http://schemas.microsoft.com/office/drawing/2014/main" id="{63C141C1-7D94-41BC-9125-3049CE0F4262}"/>
                </a:ext>
              </a:extLst>
            </p:cNvPr>
            <p:cNvSpPr/>
            <p:nvPr/>
          </p:nvSpPr>
          <p:spPr bwMode="auto">
            <a:xfrm flipH="1">
              <a:off x="-6783414" y="76962"/>
              <a:ext cx="4338811" cy="70104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5" name="Freeform 21">
              <a:extLst>
                <a:ext uri="{FF2B5EF4-FFF2-40B4-BE49-F238E27FC236}">
                  <a16:creationId xmlns:a16="http://schemas.microsoft.com/office/drawing/2014/main" id="{DF161C9E-F9BD-426C-AC90-44428E88D146}"/>
                </a:ext>
              </a:extLst>
            </p:cNvPr>
            <p:cNvSpPr/>
            <p:nvPr/>
          </p:nvSpPr>
          <p:spPr bwMode="auto">
            <a:xfrm flipH="1">
              <a:off x="-6608545" y="76962"/>
              <a:ext cx="4701225" cy="70104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6" name="Freeform 22">
              <a:extLst>
                <a:ext uri="{FF2B5EF4-FFF2-40B4-BE49-F238E27FC236}">
                  <a16:creationId xmlns:a16="http://schemas.microsoft.com/office/drawing/2014/main" id="{5F6A9DD0-9049-4E35-AB52-2295FAD07BE0}"/>
                </a:ext>
              </a:extLst>
            </p:cNvPr>
            <p:cNvSpPr/>
            <p:nvPr userDrawn="1"/>
          </p:nvSpPr>
          <p:spPr bwMode="auto">
            <a:xfrm flipH="1">
              <a:off x="-4659626" y="76962"/>
              <a:ext cx="3837010" cy="70104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7" name="Freeform 23">
              <a:extLst>
                <a:ext uri="{FF2B5EF4-FFF2-40B4-BE49-F238E27FC236}">
                  <a16:creationId xmlns:a16="http://schemas.microsoft.com/office/drawing/2014/main" id="{844EE558-A987-4D5F-9409-50DA793C924A}"/>
                </a:ext>
              </a:extLst>
            </p:cNvPr>
            <p:cNvSpPr/>
            <p:nvPr userDrawn="1"/>
          </p:nvSpPr>
          <p:spPr bwMode="auto">
            <a:xfrm flipH="1">
              <a:off x="-4340299" y="86719"/>
              <a:ext cx="2828337" cy="3276730"/>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25">
              <a:extLst>
                <a:ext uri="{FF2B5EF4-FFF2-40B4-BE49-F238E27FC236}">
                  <a16:creationId xmlns:a16="http://schemas.microsoft.com/office/drawing/2014/main" id="{BA0CA8CE-37BE-4004-9F24-18C47C58A73A}"/>
                </a:ext>
              </a:extLst>
            </p:cNvPr>
            <p:cNvSpPr/>
            <p:nvPr userDrawn="1"/>
          </p:nvSpPr>
          <p:spPr bwMode="auto">
            <a:xfrm flipH="1">
              <a:off x="-4005764" y="76962"/>
              <a:ext cx="2493803" cy="2283141"/>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12" name="Rectangle 11">
            <a:extLst>
              <a:ext uri="{FF2B5EF4-FFF2-40B4-BE49-F238E27FC236}">
                <a16:creationId xmlns:a16="http://schemas.microsoft.com/office/drawing/2014/main" id="{6AEF0598-4986-4C3D-A0BD-127B9AD43830}"/>
              </a:ext>
            </a:extLst>
          </p:cNvPr>
          <p:cNvSpPr/>
          <p:nvPr userDrawn="1"/>
        </p:nvSpPr>
        <p:spPr>
          <a:xfrm>
            <a:off x="3599214" y="-677"/>
            <a:ext cx="8592786" cy="6858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4" name="Date Placeholder 3"/>
          <p:cNvSpPr>
            <a:spLocks noGrp="1"/>
          </p:cNvSpPr>
          <p:nvPr>
            <p:ph type="dt" sz="half" idx="10"/>
          </p:nvPr>
        </p:nvSpPr>
        <p:spPr/>
        <p:txBody>
          <a:bodyPr/>
          <a:lstStyle/>
          <a:p>
            <a:fld id="{F90A2B57-AC62-4574-AC7D-7953A169D2FB}" type="datetimeFigureOut">
              <a:rPr lang="en-US" noProof="0" smtClean="0"/>
              <a:t>7/8/2025</a:t>
            </a:fld>
            <a:endParaRPr lang="en-US" noProof="0"/>
          </a:p>
        </p:txBody>
      </p:sp>
      <p:sp>
        <p:nvSpPr>
          <p:cNvPr id="5" name="Footer Placeholder 4"/>
          <p:cNvSpPr>
            <a:spLocks noGrp="1"/>
          </p:cNvSpPr>
          <p:nvPr>
            <p:ph type="ftr" sz="quarter" idx="11"/>
          </p:nvPr>
        </p:nvSpPr>
        <p:spPr/>
        <p:txBody>
          <a:bodyPr/>
          <a:lstStyle/>
          <a:p>
            <a:endParaRPr lang="en-US" noProof="0"/>
          </a:p>
        </p:txBody>
      </p:sp>
      <p:cxnSp>
        <p:nvCxnSpPr>
          <p:cNvPr id="14" name="Straight Connector 13">
            <a:extLst>
              <a:ext uri="{FF2B5EF4-FFF2-40B4-BE49-F238E27FC236}">
                <a16:creationId xmlns:a16="http://schemas.microsoft.com/office/drawing/2014/main" id="{A4314920-E619-4EFC-ABED-C6607FFDCEFC}"/>
              </a:ext>
            </a:extLst>
          </p:cNvPr>
          <p:cNvCxnSpPr>
            <a:cxnSpLocks/>
          </p:cNvCxnSpPr>
          <p:nvPr userDrawn="1"/>
        </p:nvCxnSpPr>
        <p:spPr>
          <a:xfrm>
            <a:off x="3599214" y="-677"/>
            <a:ext cx="0" cy="685867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61986" y="2029597"/>
            <a:ext cx="3372491" cy="2997562"/>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800000">
            <a:off x="1818524" y="2197117"/>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279443" y="2349925"/>
            <a:ext cx="2937576" cy="2456442"/>
          </a:xfrm>
        </p:spPr>
        <p:txBody>
          <a:bodyPr/>
          <a:lstStyle>
            <a:lvl1pPr>
              <a:defRPr>
                <a:solidFill>
                  <a:schemeClr val="tx1"/>
                </a:solidFill>
              </a:defRPr>
            </a:lvl1pPr>
          </a:lstStyle>
          <a:p>
            <a:r>
              <a:rPr lang="en-US" noProof="0"/>
              <a:t>Click to edit Master title style</a:t>
            </a:r>
          </a:p>
        </p:txBody>
      </p:sp>
      <p:sp>
        <p:nvSpPr>
          <p:cNvPr id="48" name="Freeform 5">
            <a:extLst>
              <a:ext uri="{FF2B5EF4-FFF2-40B4-BE49-F238E27FC236}">
                <a16:creationId xmlns:a16="http://schemas.microsoft.com/office/drawing/2014/main" id="{1A7CEEF1-5681-4130-870F-528E3DBED1C2}"/>
              </a:ext>
            </a:extLst>
          </p:cNvPr>
          <p:cNvSpPr>
            <a:spLocks/>
          </p:cNvSpPr>
          <p:nvPr userDrawn="1"/>
        </p:nvSpPr>
        <p:spPr bwMode="auto">
          <a:xfrm>
            <a:off x="168275" y="4452139"/>
            <a:ext cx="1060897" cy="708455"/>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23" name="Content Placeholder 2">
            <a:extLst>
              <a:ext uri="{FF2B5EF4-FFF2-40B4-BE49-F238E27FC236}">
                <a16:creationId xmlns:a16="http://schemas.microsoft.com/office/drawing/2014/main" id="{93AB100B-7366-469B-AD1B-F4E4142B4CC4}"/>
              </a:ext>
            </a:extLst>
          </p:cNvPr>
          <p:cNvSpPr>
            <a:spLocks noGrp="1"/>
          </p:cNvSpPr>
          <p:nvPr>
            <p:ph idx="1"/>
          </p:nvPr>
        </p:nvSpPr>
        <p:spPr>
          <a:xfrm>
            <a:off x="3821971" y="1397000"/>
            <a:ext cx="7578350" cy="4654808"/>
          </a:xfrm>
        </p:spPr>
        <p:txBody>
          <a:bodyPr ancho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Content Header 2">
            <a:extLst>
              <a:ext uri="{FF2B5EF4-FFF2-40B4-BE49-F238E27FC236}">
                <a16:creationId xmlns:a16="http://schemas.microsoft.com/office/drawing/2014/main" id="{65CAF933-13F7-426D-A298-8754850904CE}"/>
              </a:ext>
            </a:extLst>
          </p:cNvPr>
          <p:cNvSpPr>
            <a:spLocks noGrp="1"/>
          </p:cNvSpPr>
          <p:nvPr>
            <p:ph sz="half" idx="15" hasCustomPrompt="1"/>
          </p:nvPr>
        </p:nvSpPr>
        <p:spPr>
          <a:xfrm>
            <a:off x="3811188" y="812703"/>
            <a:ext cx="7621707" cy="460945"/>
          </a:xfrm>
        </p:spPr>
        <p:txBody>
          <a:bodyPr/>
          <a:lstStyle>
            <a:lvl1pPr marL="0" indent="0">
              <a:lnSpc>
                <a:spcPct val="100000"/>
              </a:lnSpc>
              <a:buNone/>
              <a:defRPr sz="1800">
                <a:latin typeface="+mj-lt"/>
              </a:defRPr>
            </a:lvl1pPr>
          </a:lstStyle>
          <a:p>
            <a:pPr lvl="0"/>
            <a:r>
              <a:rPr lang="en-US" noProof="0"/>
              <a:t>Header</a:t>
            </a:r>
          </a:p>
        </p:txBody>
      </p:sp>
    </p:spTree>
    <p:extLst>
      <p:ext uri="{BB962C8B-B14F-4D97-AF65-F5344CB8AC3E}">
        <p14:creationId xmlns:p14="http://schemas.microsoft.com/office/powerpoint/2010/main" val="4072440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s">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4" name="Date Placeholder 3"/>
          <p:cNvSpPr>
            <a:spLocks noGrp="1"/>
          </p:cNvSpPr>
          <p:nvPr>
            <p:ph type="dt" sz="half" idx="10"/>
          </p:nvPr>
        </p:nvSpPr>
        <p:spPr/>
        <p:txBody>
          <a:bodyPr/>
          <a:lstStyle/>
          <a:p>
            <a:fld id="{F90A2B57-AC62-4574-AC7D-7953A169D2FB}" type="datetimeFigureOut">
              <a:rPr lang="en-US" noProof="0" smtClean="0"/>
              <a:t>7/8/2025</a:t>
            </a:fld>
            <a:endParaRPr lang="en-US" noProof="0"/>
          </a:p>
        </p:txBody>
      </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grpSp>
        <p:nvGrpSpPr>
          <p:cNvPr id="9" name="Group 8">
            <a:extLst>
              <a:ext uri="{FF2B5EF4-FFF2-40B4-BE49-F238E27FC236}">
                <a16:creationId xmlns:a16="http://schemas.microsoft.com/office/drawing/2014/main" id="{903349DA-09EE-462C-94DB-80E15A5F4FAE}"/>
              </a:ext>
            </a:extLst>
          </p:cNvPr>
          <p:cNvGrpSpPr/>
          <p:nvPr userDrawn="1"/>
        </p:nvGrpSpPr>
        <p:grpSpPr>
          <a:xfrm>
            <a:off x="1" y="3663950"/>
            <a:ext cx="4537613" cy="3194050"/>
            <a:chOff x="1" y="3649663"/>
            <a:chExt cx="4537613" cy="3194050"/>
          </a:xfrm>
        </p:grpSpPr>
        <p:sp>
          <p:nvSpPr>
            <p:cNvPr id="16" name="Isosceles Triangle 15">
              <a:extLst>
                <a:ext uri="{FF2B5EF4-FFF2-40B4-BE49-F238E27FC236}">
                  <a16:creationId xmlns:a16="http://schemas.microsoft.com/office/drawing/2014/main" id="{E50B9CD5-BF82-4FA5-965C-3A2910331D2B}"/>
                </a:ext>
              </a:extLst>
            </p:cNvPr>
            <p:cNvSpPr/>
            <p:nvPr userDrawn="1"/>
          </p:nvSpPr>
          <p:spPr>
            <a:xfrm rot="1415293">
              <a:off x="1849954" y="3656856"/>
              <a:ext cx="1771649"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a:off x="1" y="3649663"/>
              <a:ext cx="4537613" cy="3194050"/>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 name="Title 1"/>
          <p:cNvSpPr>
            <a:spLocks noGrp="1"/>
          </p:cNvSpPr>
          <p:nvPr userDrawn="1">
            <p:ph type="title"/>
          </p:nvPr>
        </p:nvSpPr>
        <p:spPr>
          <a:xfrm>
            <a:off x="298206" y="4119869"/>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p:txBody>
          <a:bodyPr/>
          <a:lstStyle/>
          <a:p>
            <a:endParaRPr lang="en-US" noProof="0"/>
          </a:p>
        </p:txBody>
      </p:sp>
      <p:sp>
        <p:nvSpPr>
          <p:cNvPr id="47" name="Picture Placeholder 46">
            <a:extLst>
              <a:ext uri="{FF2B5EF4-FFF2-40B4-BE49-F238E27FC236}">
                <a16:creationId xmlns:a16="http://schemas.microsoft.com/office/drawing/2014/main" id="{76C467B5-F894-4C8E-85EA-68892E97CE1C}"/>
              </a:ext>
            </a:extLst>
          </p:cNvPr>
          <p:cNvSpPr>
            <a:spLocks noGrp="1"/>
          </p:cNvSpPr>
          <p:nvPr>
            <p:ph type="pic" sz="quarter" idx="13" hasCustomPrompt="1"/>
          </p:nvPr>
        </p:nvSpPr>
        <p:spPr>
          <a:xfrm>
            <a:off x="2414060" y="578617"/>
            <a:ext cx="2546068" cy="2118396"/>
          </a:xfrm>
          <a:custGeom>
            <a:avLst/>
            <a:gdLst>
              <a:gd name="connsiteX0" fmla="*/ 1223494 w 2546068"/>
              <a:gd name="connsiteY0" fmla="*/ 0 h 2118396"/>
              <a:gd name="connsiteX1" fmla="*/ 1301645 w 2546068"/>
              <a:gd name="connsiteY1" fmla="*/ 1481 h 2118396"/>
              <a:gd name="connsiteX2" fmla="*/ 1456993 w 2546068"/>
              <a:gd name="connsiteY2" fmla="*/ 11902 h 2118396"/>
              <a:gd name="connsiteX3" fmla="*/ 1599220 w 2546068"/>
              <a:gd name="connsiteY3" fmla="*/ 34335 h 2118396"/>
              <a:gd name="connsiteX4" fmla="*/ 1729636 w 2546068"/>
              <a:gd name="connsiteY4" fmla="*/ 64429 h 2118396"/>
              <a:gd name="connsiteX5" fmla="*/ 1850510 w 2546068"/>
              <a:gd name="connsiteY5" fmla="*/ 106121 h 2118396"/>
              <a:gd name="connsiteX6" fmla="*/ 1957783 w 2546068"/>
              <a:gd name="connsiteY6" fmla="*/ 155682 h 2118396"/>
              <a:gd name="connsiteX7" fmla="*/ 2054916 w 2546068"/>
              <a:gd name="connsiteY7" fmla="*/ 211661 h 2118396"/>
              <a:gd name="connsiteX8" fmla="*/ 2145607 w 2546068"/>
              <a:gd name="connsiteY8" fmla="*/ 274682 h 2118396"/>
              <a:gd name="connsiteX9" fmla="*/ 2225800 w 2546068"/>
              <a:gd name="connsiteY9" fmla="*/ 341014 h 2118396"/>
              <a:gd name="connsiteX10" fmla="*/ 2291914 w 2546068"/>
              <a:gd name="connsiteY10" fmla="*/ 411070 h 2118396"/>
              <a:gd name="connsiteX11" fmla="*/ 2353137 w 2546068"/>
              <a:gd name="connsiteY11" fmla="*/ 485890 h 2118396"/>
              <a:gd name="connsiteX12" fmla="*/ 2405292 w 2546068"/>
              <a:gd name="connsiteY12" fmla="*/ 560705 h 2118396"/>
              <a:gd name="connsiteX13" fmla="*/ 2448261 w 2546068"/>
              <a:gd name="connsiteY13" fmla="*/ 634482 h 2118396"/>
              <a:gd name="connsiteX14" fmla="*/ 2480729 w 2546068"/>
              <a:gd name="connsiteY14" fmla="*/ 711569 h 2118396"/>
              <a:gd name="connsiteX15" fmla="*/ 2507232 w 2546068"/>
              <a:gd name="connsiteY15" fmla="*/ 784095 h 2118396"/>
              <a:gd name="connsiteX16" fmla="*/ 2526576 w 2546068"/>
              <a:gd name="connsiteY16" fmla="*/ 857447 h 2118396"/>
              <a:gd name="connsiteX17" fmla="*/ 2537805 w 2546068"/>
              <a:gd name="connsiteY17" fmla="*/ 923338 h 2118396"/>
              <a:gd name="connsiteX18" fmla="*/ 2542592 w 2546068"/>
              <a:gd name="connsiteY18" fmla="*/ 996270 h 2118396"/>
              <a:gd name="connsiteX19" fmla="*/ 2546068 w 2546068"/>
              <a:gd name="connsiteY19" fmla="*/ 1073553 h 2118396"/>
              <a:gd name="connsiteX20" fmla="*/ 2541074 w 2546068"/>
              <a:gd name="connsiteY20" fmla="*/ 1156012 h 2118396"/>
              <a:gd name="connsiteX21" fmla="*/ 2531548 w 2546068"/>
              <a:gd name="connsiteY21" fmla="*/ 1246342 h 2118396"/>
              <a:gd name="connsiteX22" fmla="*/ 2514982 w 2546068"/>
              <a:gd name="connsiteY22" fmla="*/ 1338535 h 2118396"/>
              <a:gd name="connsiteX23" fmla="*/ 2491138 w 2546068"/>
              <a:gd name="connsiteY23" fmla="*/ 1430517 h 2118396"/>
              <a:gd name="connsiteX24" fmla="*/ 2452977 w 2546068"/>
              <a:gd name="connsiteY24" fmla="*/ 1524151 h 2118396"/>
              <a:gd name="connsiteX25" fmla="*/ 2410997 w 2546068"/>
              <a:gd name="connsiteY25" fmla="*/ 1616126 h 2118396"/>
              <a:gd name="connsiteX26" fmla="*/ 2353983 w 2546068"/>
              <a:gd name="connsiteY26" fmla="*/ 1703537 h 2118396"/>
              <a:gd name="connsiteX27" fmla="*/ 2285633 w 2546068"/>
              <a:gd name="connsiteY27" fmla="*/ 1787007 h 2118396"/>
              <a:gd name="connsiteX28" fmla="*/ 2202368 w 2546068"/>
              <a:gd name="connsiteY28" fmla="*/ 1866949 h 2118396"/>
              <a:gd name="connsiteX29" fmla="*/ 2108841 w 2546068"/>
              <a:gd name="connsiteY29" fmla="*/ 1936527 h 2118396"/>
              <a:gd name="connsiteX30" fmla="*/ 2054440 w 2546068"/>
              <a:gd name="connsiteY30" fmla="*/ 1967998 h 2118396"/>
              <a:gd name="connsiteX31" fmla="*/ 1996221 w 2546068"/>
              <a:gd name="connsiteY31" fmla="*/ 1997810 h 2118396"/>
              <a:gd name="connsiteX32" fmla="*/ 1935734 w 2546068"/>
              <a:gd name="connsiteY32" fmla="*/ 2023685 h 2118396"/>
              <a:gd name="connsiteX33" fmla="*/ 1871429 w 2546068"/>
              <a:gd name="connsiteY33" fmla="*/ 2047901 h 2118396"/>
              <a:gd name="connsiteX34" fmla="*/ 1796147 w 2546068"/>
              <a:gd name="connsiteY34" fmla="*/ 2071283 h 2118396"/>
              <a:gd name="connsiteX35" fmla="*/ 1725516 w 2546068"/>
              <a:gd name="connsiteY35" fmla="*/ 2087830 h 2118396"/>
              <a:gd name="connsiteX36" fmla="*/ 1645579 w 2546068"/>
              <a:gd name="connsiteY36" fmla="*/ 2102302 h 2118396"/>
              <a:gd name="connsiteX37" fmla="*/ 1560034 w 2546068"/>
              <a:gd name="connsiteY37" fmla="*/ 2115321 h 2118396"/>
              <a:gd name="connsiteX38" fmla="*/ 1478782 w 2546068"/>
              <a:gd name="connsiteY38" fmla="*/ 2118396 h 2118396"/>
              <a:gd name="connsiteX39" fmla="*/ 1395262 w 2546068"/>
              <a:gd name="connsiteY39" fmla="*/ 2117535 h 2118396"/>
              <a:gd name="connsiteX40" fmla="*/ 1318423 w 2546068"/>
              <a:gd name="connsiteY40" fmla="*/ 2111703 h 2118396"/>
              <a:gd name="connsiteX41" fmla="*/ 1239555 w 2546068"/>
              <a:gd name="connsiteY41" fmla="*/ 2104006 h 2118396"/>
              <a:gd name="connsiteX42" fmla="*/ 1160448 w 2546068"/>
              <a:gd name="connsiteY42" fmla="*/ 2094237 h 2118396"/>
              <a:gd name="connsiteX43" fmla="*/ 1086232 w 2546068"/>
              <a:gd name="connsiteY43" fmla="*/ 2079704 h 2118396"/>
              <a:gd name="connsiteX44" fmla="*/ 1016906 w 2546068"/>
              <a:gd name="connsiteY44" fmla="*/ 2060408 h 2118396"/>
              <a:gd name="connsiteX45" fmla="*/ 947461 w 2546068"/>
              <a:gd name="connsiteY45" fmla="*/ 2040076 h 2118396"/>
              <a:gd name="connsiteX46" fmla="*/ 816325 w 2546068"/>
              <a:gd name="connsiteY46" fmla="*/ 1988020 h 2118396"/>
              <a:gd name="connsiteX47" fmla="*/ 687812 w 2546068"/>
              <a:gd name="connsiteY47" fmla="*/ 1927263 h 2118396"/>
              <a:gd name="connsiteX48" fmla="*/ 572659 w 2546068"/>
              <a:gd name="connsiteY48" fmla="*/ 1856566 h 2118396"/>
              <a:gd name="connsiteX49" fmla="*/ 467528 w 2546068"/>
              <a:gd name="connsiteY49" fmla="*/ 1778414 h 2118396"/>
              <a:gd name="connsiteX50" fmla="*/ 375877 w 2546068"/>
              <a:gd name="connsiteY50" fmla="*/ 1691359 h 2118396"/>
              <a:gd name="connsiteX51" fmla="*/ 287447 w 2546068"/>
              <a:gd name="connsiteY51" fmla="*/ 1600782 h 2118396"/>
              <a:gd name="connsiteX52" fmla="*/ 212976 w 2546068"/>
              <a:gd name="connsiteY52" fmla="*/ 1505446 h 2118396"/>
              <a:gd name="connsiteX53" fmla="*/ 149003 w 2546068"/>
              <a:gd name="connsiteY53" fmla="*/ 1406799 h 2118396"/>
              <a:gd name="connsiteX54" fmla="*/ 94218 w 2546068"/>
              <a:gd name="connsiteY54" fmla="*/ 1309191 h 2118396"/>
              <a:gd name="connsiteX55" fmla="*/ 53512 w 2546068"/>
              <a:gd name="connsiteY55" fmla="*/ 1207860 h 2118396"/>
              <a:gd name="connsiteX56" fmla="*/ 22351 w 2546068"/>
              <a:gd name="connsiteY56" fmla="*/ 1110676 h 2118396"/>
              <a:gd name="connsiteX57" fmla="*/ 7297 w 2546068"/>
              <a:gd name="connsiteY57" fmla="*/ 1011634 h 2118396"/>
              <a:gd name="connsiteX58" fmla="*/ 0 w 2546068"/>
              <a:gd name="connsiteY58" fmla="*/ 916946 h 2118396"/>
              <a:gd name="connsiteX59" fmla="*/ 3440 w 2546068"/>
              <a:gd name="connsiteY59" fmla="*/ 821019 h 2118396"/>
              <a:gd name="connsiteX60" fmla="*/ 27284 w 2546068"/>
              <a:gd name="connsiteY60" fmla="*/ 729037 h 2118396"/>
              <a:gd name="connsiteX61" fmla="*/ 59957 w 2546068"/>
              <a:gd name="connsiteY61" fmla="*/ 634986 h 2118396"/>
              <a:gd name="connsiteX62" fmla="*/ 102295 w 2546068"/>
              <a:gd name="connsiteY62" fmla="*/ 546119 h 2118396"/>
              <a:gd name="connsiteX63" fmla="*/ 161457 w 2546068"/>
              <a:gd name="connsiteY63" fmla="*/ 461610 h 2118396"/>
              <a:gd name="connsiteX64" fmla="*/ 228256 w 2546068"/>
              <a:gd name="connsiteY64" fmla="*/ 380418 h 2118396"/>
              <a:gd name="connsiteX65" fmla="*/ 306869 w 2546068"/>
              <a:gd name="connsiteY65" fmla="*/ 307312 h 2118396"/>
              <a:gd name="connsiteX66" fmla="*/ 396818 w 2546068"/>
              <a:gd name="connsiteY66" fmla="*/ 238146 h 2118396"/>
              <a:gd name="connsiteX67" fmla="*/ 500250 w 2546068"/>
              <a:gd name="connsiteY67" fmla="*/ 175824 h 2118396"/>
              <a:gd name="connsiteX68" fmla="*/ 610007 w 2546068"/>
              <a:gd name="connsiteY68" fmla="*/ 121169 h 2118396"/>
              <a:gd name="connsiteX69" fmla="*/ 729908 w 2546068"/>
              <a:gd name="connsiteY69" fmla="*/ 75842 h 2118396"/>
              <a:gd name="connsiteX70" fmla="*/ 791351 w 2546068"/>
              <a:gd name="connsiteY70" fmla="*/ 58256 h 2118396"/>
              <a:gd name="connsiteX71" fmla="*/ 856613 w 2546068"/>
              <a:gd name="connsiteY71" fmla="*/ 42328 h 2118396"/>
              <a:gd name="connsiteX72" fmla="*/ 927243 w 2546068"/>
              <a:gd name="connsiteY72" fmla="*/ 25781 h 2118396"/>
              <a:gd name="connsiteX73" fmla="*/ 998471 w 2546068"/>
              <a:gd name="connsiteY73" fmla="*/ 14414 h 2118396"/>
              <a:gd name="connsiteX74" fmla="*/ 1070058 w 2546068"/>
              <a:gd name="connsiteY74" fmla="*/ 6155 h 2118396"/>
              <a:gd name="connsiteX75" fmla="*/ 1147611 w 2546068"/>
              <a:gd name="connsiteY75" fmla="*/ 2456 h 211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546068" h="2118396">
                <a:moveTo>
                  <a:pt x="1223494" y="0"/>
                </a:moveTo>
                <a:lnTo>
                  <a:pt x="1301645" y="1481"/>
                </a:lnTo>
                <a:lnTo>
                  <a:pt x="1456993" y="11902"/>
                </a:lnTo>
                <a:lnTo>
                  <a:pt x="1599220" y="34335"/>
                </a:lnTo>
                <a:lnTo>
                  <a:pt x="1729636" y="64429"/>
                </a:lnTo>
                <a:lnTo>
                  <a:pt x="1850510" y="106121"/>
                </a:lnTo>
                <a:lnTo>
                  <a:pt x="1957783" y="155682"/>
                </a:lnTo>
                <a:lnTo>
                  <a:pt x="2054916" y="211661"/>
                </a:lnTo>
                <a:lnTo>
                  <a:pt x="2145607" y="274682"/>
                </a:lnTo>
                <a:lnTo>
                  <a:pt x="2225800" y="341014"/>
                </a:lnTo>
                <a:lnTo>
                  <a:pt x="2291914" y="411070"/>
                </a:lnTo>
                <a:lnTo>
                  <a:pt x="2353137" y="485890"/>
                </a:lnTo>
                <a:lnTo>
                  <a:pt x="2405292" y="560705"/>
                </a:lnTo>
                <a:lnTo>
                  <a:pt x="2448261" y="634482"/>
                </a:lnTo>
                <a:lnTo>
                  <a:pt x="2480729" y="711569"/>
                </a:lnTo>
                <a:lnTo>
                  <a:pt x="2507232" y="784095"/>
                </a:lnTo>
                <a:lnTo>
                  <a:pt x="2526576" y="857447"/>
                </a:lnTo>
                <a:lnTo>
                  <a:pt x="2537805" y="923338"/>
                </a:lnTo>
                <a:lnTo>
                  <a:pt x="2542592" y="996270"/>
                </a:lnTo>
                <a:lnTo>
                  <a:pt x="2546068" y="1073553"/>
                </a:lnTo>
                <a:lnTo>
                  <a:pt x="2541074" y="1156012"/>
                </a:lnTo>
                <a:lnTo>
                  <a:pt x="2531548" y="1246342"/>
                </a:lnTo>
                <a:lnTo>
                  <a:pt x="2514982" y="1338535"/>
                </a:lnTo>
                <a:lnTo>
                  <a:pt x="2491138" y="1430517"/>
                </a:lnTo>
                <a:lnTo>
                  <a:pt x="2452977" y="1524151"/>
                </a:lnTo>
                <a:lnTo>
                  <a:pt x="2410997" y="1616126"/>
                </a:lnTo>
                <a:lnTo>
                  <a:pt x="2353983" y="1703537"/>
                </a:lnTo>
                <a:lnTo>
                  <a:pt x="2285633" y="1787007"/>
                </a:lnTo>
                <a:lnTo>
                  <a:pt x="2202368" y="1866949"/>
                </a:lnTo>
                <a:lnTo>
                  <a:pt x="2108841" y="1936527"/>
                </a:lnTo>
                <a:lnTo>
                  <a:pt x="2054440" y="1967998"/>
                </a:lnTo>
                <a:lnTo>
                  <a:pt x="1996221" y="1997810"/>
                </a:lnTo>
                <a:lnTo>
                  <a:pt x="1935734" y="2023685"/>
                </a:lnTo>
                <a:lnTo>
                  <a:pt x="1871429" y="2047901"/>
                </a:lnTo>
                <a:lnTo>
                  <a:pt x="1796147" y="2071283"/>
                </a:lnTo>
                <a:lnTo>
                  <a:pt x="1725516" y="2087830"/>
                </a:lnTo>
                <a:lnTo>
                  <a:pt x="1645579" y="2102302"/>
                </a:lnTo>
                <a:lnTo>
                  <a:pt x="1560034" y="2115321"/>
                </a:lnTo>
                <a:lnTo>
                  <a:pt x="1478782" y="2118396"/>
                </a:lnTo>
                <a:lnTo>
                  <a:pt x="1395262" y="2117535"/>
                </a:lnTo>
                <a:lnTo>
                  <a:pt x="1318423" y="2111703"/>
                </a:lnTo>
                <a:lnTo>
                  <a:pt x="1239555" y="2104006"/>
                </a:lnTo>
                <a:lnTo>
                  <a:pt x="1160448" y="2094237"/>
                </a:lnTo>
                <a:lnTo>
                  <a:pt x="1086232" y="2079704"/>
                </a:lnTo>
                <a:lnTo>
                  <a:pt x="1016906" y="2060408"/>
                </a:lnTo>
                <a:lnTo>
                  <a:pt x="947461" y="2040076"/>
                </a:lnTo>
                <a:lnTo>
                  <a:pt x="816325" y="1988020"/>
                </a:lnTo>
                <a:lnTo>
                  <a:pt x="687812" y="1927263"/>
                </a:lnTo>
                <a:lnTo>
                  <a:pt x="572659" y="1856566"/>
                </a:lnTo>
                <a:lnTo>
                  <a:pt x="467528" y="1778414"/>
                </a:lnTo>
                <a:lnTo>
                  <a:pt x="375877" y="1691359"/>
                </a:lnTo>
                <a:lnTo>
                  <a:pt x="287447" y="1600782"/>
                </a:lnTo>
                <a:lnTo>
                  <a:pt x="212976" y="1505446"/>
                </a:lnTo>
                <a:lnTo>
                  <a:pt x="149003" y="1406799"/>
                </a:lnTo>
                <a:lnTo>
                  <a:pt x="94218" y="1309191"/>
                </a:lnTo>
                <a:lnTo>
                  <a:pt x="53512" y="1207860"/>
                </a:lnTo>
                <a:lnTo>
                  <a:pt x="22351" y="1110676"/>
                </a:lnTo>
                <a:lnTo>
                  <a:pt x="7297" y="1011634"/>
                </a:lnTo>
                <a:lnTo>
                  <a:pt x="0" y="916946"/>
                </a:lnTo>
                <a:lnTo>
                  <a:pt x="3440" y="821019"/>
                </a:lnTo>
                <a:lnTo>
                  <a:pt x="27284" y="729037"/>
                </a:lnTo>
                <a:lnTo>
                  <a:pt x="59957" y="634986"/>
                </a:lnTo>
                <a:lnTo>
                  <a:pt x="102295" y="546119"/>
                </a:lnTo>
                <a:lnTo>
                  <a:pt x="161457" y="461610"/>
                </a:lnTo>
                <a:lnTo>
                  <a:pt x="228256" y="380418"/>
                </a:lnTo>
                <a:lnTo>
                  <a:pt x="306869" y="307312"/>
                </a:lnTo>
                <a:lnTo>
                  <a:pt x="396818" y="238146"/>
                </a:lnTo>
                <a:lnTo>
                  <a:pt x="500250" y="175824"/>
                </a:lnTo>
                <a:lnTo>
                  <a:pt x="610007" y="121169"/>
                </a:lnTo>
                <a:lnTo>
                  <a:pt x="729908" y="75842"/>
                </a:lnTo>
                <a:lnTo>
                  <a:pt x="791351" y="58256"/>
                </a:lnTo>
                <a:lnTo>
                  <a:pt x="856613" y="42328"/>
                </a:lnTo>
                <a:lnTo>
                  <a:pt x="927243" y="25781"/>
                </a:lnTo>
                <a:lnTo>
                  <a:pt x="998471" y="14414"/>
                </a:lnTo>
                <a:lnTo>
                  <a:pt x="1070058" y="6155"/>
                </a:lnTo>
                <a:lnTo>
                  <a:pt x="1147611" y="2456"/>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colony flower</a:t>
            </a:r>
          </a:p>
        </p:txBody>
      </p:sp>
      <p:sp>
        <p:nvSpPr>
          <p:cNvPr id="48" name="Picture Placeholder 47">
            <a:extLst>
              <a:ext uri="{FF2B5EF4-FFF2-40B4-BE49-F238E27FC236}">
                <a16:creationId xmlns:a16="http://schemas.microsoft.com/office/drawing/2014/main" id="{D89EE316-A7DC-462C-A6F2-E287C96A5CCC}"/>
              </a:ext>
            </a:extLst>
          </p:cNvPr>
          <p:cNvSpPr>
            <a:spLocks noGrp="1"/>
          </p:cNvSpPr>
          <p:nvPr>
            <p:ph type="pic" sz="quarter" idx="14" hasCustomPrompt="1"/>
          </p:nvPr>
        </p:nvSpPr>
        <p:spPr>
          <a:xfrm>
            <a:off x="4678740" y="1733723"/>
            <a:ext cx="2787183" cy="2477324"/>
          </a:xfrm>
          <a:custGeom>
            <a:avLst/>
            <a:gdLst>
              <a:gd name="connsiteX0" fmla="*/ 1136220 w 2787183"/>
              <a:gd name="connsiteY0" fmla="*/ 0 h 2477324"/>
              <a:gd name="connsiteX1" fmla="*/ 1265919 w 2787183"/>
              <a:gd name="connsiteY1" fmla="*/ 3537 h 2477324"/>
              <a:gd name="connsiteX2" fmla="*/ 1395618 w 2787183"/>
              <a:gd name="connsiteY2" fmla="*/ 22987 h 2477324"/>
              <a:gd name="connsiteX3" fmla="*/ 1532073 w 2787183"/>
              <a:gd name="connsiteY3" fmla="*/ 51279 h 2477324"/>
              <a:gd name="connsiteX4" fmla="*/ 1665825 w 2787183"/>
              <a:gd name="connsiteY4" fmla="*/ 93718 h 2477324"/>
              <a:gd name="connsiteX5" fmla="*/ 1802279 w 2787183"/>
              <a:gd name="connsiteY5" fmla="*/ 144997 h 2477324"/>
              <a:gd name="connsiteX6" fmla="*/ 1936032 w 2787183"/>
              <a:gd name="connsiteY6" fmla="*/ 206886 h 2477324"/>
              <a:gd name="connsiteX7" fmla="*/ 2065731 w 2787183"/>
              <a:gd name="connsiteY7" fmla="*/ 282921 h 2477324"/>
              <a:gd name="connsiteX8" fmla="*/ 2191377 w 2787183"/>
              <a:gd name="connsiteY8" fmla="*/ 362492 h 2477324"/>
              <a:gd name="connsiteX9" fmla="*/ 2307566 w 2787183"/>
              <a:gd name="connsiteY9" fmla="*/ 456210 h 2477324"/>
              <a:gd name="connsiteX10" fmla="*/ 2415649 w 2787183"/>
              <a:gd name="connsiteY10" fmla="*/ 560537 h 2477324"/>
              <a:gd name="connsiteX11" fmla="*/ 2512923 w 2787183"/>
              <a:gd name="connsiteY11" fmla="*/ 679010 h 2477324"/>
              <a:gd name="connsiteX12" fmla="*/ 2599389 w 2787183"/>
              <a:gd name="connsiteY12" fmla="*/ 801019 h 2477324"/>
              <a:gd name="connsiteX13" fmla="*/ 2635867 w 2787183"/>
              <a:gd name="connsiteY13" fmla="*/ 866445 h 2477324"/>
              <a:gd name="connsiteX14" fmla="*/ 2670994 w 2787183"/>
              <a:gd name="connsiteY14" fmla="*/ 931870 h 2477324"/>
              <a:gd name="connsiteX15" fmla="*/ 2700717 w 2787183"/>
              <a:gd name="connsiteY15" fmla="*/ 1002600 h 2477324"/>
              <a:gd name="connsiteX16" fmla="*/ 2725036 w 2787183"/>
              <a:gd name="connsiteY16" fmla="*/ 1078635 h 2477324"/>
              <a:gd name="connsiteX17" fmla="*/ 2746652 w 2787183"/>
              <a:gd name="connsiteY17" fmla="*/ 1154670 h 2477324"/>
              <a:gd name="connsiteX18" fmla="*/ 2765567 w 2787183"/>
              <a:gd name="connsiteY18" fmla="*/ 1228937 h 2477324"/>
              <a:gd name="connsiteX19" fmla="*/ 2779077 w 2787183"/>
              <a:gd name="connsiteY19" fmla="*/ 1310276 h 2477324"/>
              <a:gd name="connsiteX20" fmla="*/ 2787183 w 2787183"/>
              <a:gd name="connsiteY20" fmla="*/ 1389848 h 2477324"/>
              <a:gd name="connsiteX21" fmla="*/ 2783130 w 2787183"/>
              <a:gd name="connsiteY21" fmla="*/ 1474724 h 2477324"/>
              <a:gd name="connsiteX22" fmla="*/ 2776375 w 2787183"/>
              <a:gd name="connsiteY22" fmla="*/ 1554296 h 2477324"/>
              <a:gd name="connsiteX23" fmla="*/ 2765567 w 2787183"/>
              <a:gd name="connsiteY23" fmla="*/ 1625026 h 2477324"/>
              <a:gd name="connsiteX24" fmla="*/ 2746652 w 2787183"/>
              <a:gd name="connsiteY24" fmla="*/ 1701061 h 2477324"/>
              <a:gd name="connsiteX25" fmla="*/ 2725036 w 2787183"/>
              <a:gd name="connsiteY25" fmla="*/ 1766486 h 2477324"/>
              <a:gd name="connsiteX26" fmla="*/ 2700717 w 2787183"/>
              <a:gd name="connsiteY26" fmla="*/ 1828375 h 2477324"/>
              <a:gd name="connsiteX27" fmla="*/ 2670994 w 2787183"/>
              <a:gd name="connsiteY27" fmla="*/ 1888496 h 2477324"/>
              <a:gd name="connsiteX28" fmla="*/ 2638569 w 2787183"/>
              <a:gd name="connsiteY28" fmla="*/ 1945080 h 2477324"/>
              <a:gd name="connsiteX29" fmla="*/ 2562911 w 2787183"/>
              <a:gd name="connsiteY29" fmla="*/ 2044102 h 2477324"/>
              <a:gd name="connsiteX30" fmla="*/ 2472392 w 2787183"/>
              <a:gd name="connsiteY30" fmla="*/ 2134283 h 2477324"/>
              <a:gd name="connsiteX31" fmla="*/ 2375118 w 2787183"/>
              <a:gd name="connsiteY31" fmla="*/ 2210318 h 2477324"/>
              <a:gd name="connsiteX32" fmla="*/ 2271088 w 2787183"/>
              <a:gd name="connsiteY32" fmla="*/ 2275743 h 2477324"/>
              <a:gd name="connsiteX33" fmla="*/ 2158952 w 2787183"/>
              <a:gd name="connsiteY33" fmla="*/ 2327023 h 2477324"/>
              <a:gd name="connsiteX34" fmla="*/ 2044115 w 2787183"/>
              <a:gd name="connsiteY34" fmla="*/ 2374765 h 2477324"/>
              <a:gd name="connsiteX35" fmla="*/ 1929277 w 2787183"/>
              <a:gd name="connsiteY35" fmla="*/ 2408362 h 2477324"/>
              <a:gd name="connsiteX36" fmla="*/ 1813088 w 2787183"/>
              <a:gd name="connsiteY36" fmla="*/ 2434886 h 2477324"/>
              <a:gd name="connsiteX37" fmla="*/ 1698250 w 2787183"/>
              <a:gd name="connsiteY37" fmla="*/ 2454337 h 2477324"/>
              <a:gd name="connsiteX38" fmla="*/ 1592869 w 2787183"/>
              <a:gd name="connsiteY38" fmla="*/ 2468483 h 2477324"/>
              <a:gd name="connsiteX39" fmla="*/ 1492893 w 2787183"/>
              <a:gd name="connsiteY39" fmla="*/ 2473788 h 2477324"/>
              <a:gd name="connsiteX40" fmla="*/ 1398320 w 2787183"/>
              <a:gd name="connsiteY40" fmla="*/ 2477324 h 2477324"/>
              <a:gd name="connsiteX41" fmla="*/ 1311854 w 2787183"/>
              <a:gd name="connsiteY41" fmla="*/ 2473788 h 2477324"/>
              <a:gd name="connsiteX42" fmla="*/ 1214580 w 2787183"/>
              <a:gd name="connsiteY42" fmla="*/ 2463178 h 2477324"/>
              <a:gd name="connsiteX43" fmla="*/ 1117305 w 2787183"/>
              <a:gd name="connsiteY43" fmla="*/ 2445496 h 2477324"/>
              <a:gd name="connsiteX44" fmla="*/ 1013276 w 2787183"/>
              <a:gd name="connsiteY44" fmla="*/ 2422508 h 2477324"/>
              <a:gd name="connsiteX45" fmla="*/ 911948 w 2787183"/>
              <a:gd name="connsiteY45" fmla="*/ 2388911 h 2477324"/>
              <a:gd name="connsiteX46" fmla="*/ 807919 w 2787183"/>
              <a:gd name="connsiteY46" fmla="*/ 2346473 h 2477324"/>
              <a:gd name="connsiteX47" fmla="*/ 702538 w 2787183"/>
              <a:gd name="connsiteY47" fmla="*/ 2295194 h 2477324"/>
              <a:gd name="connsiteX48" fmla="*/ 602561 w 2787183"/>
              <a:gd name="connsiteY48" fmla="*/ 2238610 h 2477324"/>
              <a:gd name="connsiteX49" fmla="*/ 505287 w 2787183"/>
              <a:gd name="connsiteY49" fmla="*/ 2167880 h 2477324"/>
              <a:gd name="connsiteX50" fmla="*/ 410715 w 2787183"/>
              <a:gd name="connsiteY50" fmla="*/ 2086540 h 2477324"/>
              <a:gd name="connsiteX51" fmla="*/ 324248 w 2787183"/>
              <a:gd name="connsiteY51" fmla="*/ 1998127 h 2477324"/>
              <a:gd name="connsiteX52" fmla="*/ 244537 w 2787183"/>
              <a:gd name="connsiteY52" fmla="*/ 1899105 h 2477324"/>
              <a:gd name="connsiteX53" fmla="*/ 172933 w 2787183"/>
              <a:gd name="connsiteY53" fmla="*/ 1785937 h 2477324"/>
              <a:gd name="connsiteX54" fmla="*/ 114838 w 2787183"/>
              <a:gd name="connsiteY54" fmla="*/ 1662159 h 2477324"/>
              <a:gd name="connsiteX55" fmla="*/ 64850 w 2787183"/>
              <a:gd name="connsiteY55" fmla="*/ 1526003 h 2477324"/>
              <a:gd name="connsiteX56" fmla="*/ 28372 w 2787183"/>
              <a:gd name="connsiteY56" fmla="*/ 1375702 h 2477324"/>
              <a:gd name="connsiteX57" fmla="*/ 14862 w 2787183"/>
              <a:gd name="connsiteY57" fmla="*/ 1299667 h 2477324"/>
              <a:gd name="connsiteX58" fmla="*/ 6755 w 2787183"/>
              <a:gd name="connsiteY58" fmla="*/ 1225400 h 2477324"/>
              <a:gd name="connsiteX59" fmla="*/ 0 w 2787183"/>
              <a:gd name="connsiteY59" fmla="*/ 1149365 h 2477324"/>
              <a:gd name="connsiteX60" fmla="*/ 0 w 2787183"/>
              <a:gd name="connsiteY60" fmla="*/ 1078635 h 2477324"/>
              <a:gd name="connsiteX61" fmla="*/ 4053 w 2787183"/>
              <a:gd name="connsiteY61" fmla="*/ 1007905 h 2477324"/>
              <a:gd name="connsiteX62" fmla="*/ 14862 w 2787183"/>
              <a:gd name="connsiteY62" fmla="*/ 937175 h 2477324"/>
              <a:gd name="connsiteX63" fmla="*/ 25670 w 2787183"/>
              <a:gd name="connsiteY63" fmla="*/ 871749 h 2477324"/>
              <a:gd name="connsiteX64" fmla="*/ 39180 w 2787183"/>
              <a:gd name="connsiteY64" fmla="*/ 809861 h 2477324"/>
              <a:gd name="connsiteX65" fmla="*/ 79711 w 2787183"/>
              <a:gd name="connsiteY65" fmla="*/ 687851 h 2477324"/>
              <a:gd name="connsiteX66" fmla="*/ 133753 w 2787183"/>
              <a:gd name="connsiteY66" fmla="*/ 574683 h 2477324"/>
              <a:gd name="connsiteX67" fmla="*/ 198602 w 2787183"/>
              <a:gd name="connsiteY67" fmla="*/ 466819 h 2477324"/>
              <a:gd name="connsiteX68" fmla="*/ 274260 w 2787183"/>
              <a:gd name="connsiteY68" fmla="*/ 371334 h 2477324"/>
              <a:gd name="connsiteX69" fmla="*/ 356673 w 2787183"/>
              <a:gd name="connsiteY69" fmla="*/ 286457 h 2477324"/>
              <a:gd name="connsiteX70" fmla="*/ 451246 w 2787183"/>
              <a:gd name="connsiteY70" fmla="*/ 212191 h 2477324"/>
              <a:gd name="connsiteX71" fmla="*/ 551222 w 2787183"/>
              <a:gd name="connsiteY71" fmla="*/ 144997 h 2477324"/>
              <a:gd name="connsiteX72" fmla="*/ 659305 w 2787183"/>
              <a:gd name="connsiteY72" fmla="*/ 93718 h 2477324"/>
              <a:gd name="connsiteX73" fmla="*/ 775494 w 2787183"/>
              <a:gd name="connsiteY73" fmla="*/ 51279 h 2477324"/>
              <a:gd name="connsiteX74" fmla="*/ 890332 w 2787183"/>
              <a:gd name="connsiteY74" fmla="*/ 17683 h 2477324"/>
              <a:gd name="connsiteX75" fmla="*/ 1013276 w 2787183"/>
              <a:gd name="connsiteY75" fmla="*/ 3537 h 2477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787183" h="2477324">
                <a:moveTo>
                  <a:pt x="1136220" y="0"/>
                </a:moveTo>
                <a:lnTo>
                  <a:pt x="1265919" y="3537"/>
                </a:lnTo>
                <a:lnTo>
                  <a:pt x="1395618" y="22987"/>
                </a:lnTo>
                <a:lnTo>
                  <a:pt x="1532073" y="51279"/>
                </a:lnTo>
                <a:lnTo>
                  <a:pt x="1665825" y="93718"/>
                </a:lnTo>
                <a:lnTo>
                  <a:pt x="1802279" y="144997"/>
                </a:lnTo>
                <a:lnTo>
                  <a:pt x="1936032" y="206886"/>
                </a:lnTo>
                <a:lnTo>
                  <a:pt x="2065731" y="282921"/>
                </a:lnTo>
                <a:lnTo>
                  <a:pt x="2191377" y="362492"/>
                </a:lnTo>
                <a:lnTo>
                  <a:pt x="2307566" y="456210"/>
                </a:lnTo>
                <a:lnTo>
                  <a:pt x="2415649" y="560537"/>
                </a:lnTo>
                <a:lnTo>
                  <a:pt x="2512923" y="679010"/>
                </a:lnTo>
                <a:lnTo>
                  <a:pt x="2599389" y="801019"/>
                </a:lnTo>
                <a:lnTo>
                  <a:pt x="2635867" y="866445"/>
                </a:lnTo>
                <a:lnTo>
                  <a:pt x="2670994" y="931870"/>
                </a:lnTo>
                <a:lnTo>
                  <a:pt x="2700717" y="1002600"/>
                </a:lnTo>
                <a:lnTo>
                  <a:pt x="2725036" y="1078635"/>
                </a:lnTo>
                <a:lnTo>
                  <a:pt x="2746652" y="1154670"/>
                </a:lnTo>
                <a:lnTo>
                  <a:pt x="2765567" y="1228937"/>
                </a:lnTo>
                <a:lnTo>
                  <a:pt x="2779077" y="1310276"/>
                </a:lnTo>
                <a:lnTo>
                  <a:pt x="2787183" y="1389848"/>
                </a:lnTo>
                <a:lnTo>
                  <a:pt x="2783130" y="1474724"/>
                </a:lnTo>
                <a:lnTo>
                  <a:pt x="2776375" y="1554296"/>
                </a:lnTo>
                <a:lnTo>
                  <a:pt x="2765567" y="1625026"/>
                </a:lnTo>
                <a:lnTo>
                  <a:pt x="2746652" y="1701061"/>
                </a:lnTo>
                <a:lnTo>
                  <a:pt x="2725036" y="1766486"/>
                </a:lnTo>
                <a:lnTo>
                  <a:pt x="2700717" y="1828375"/>
                </a:lnTo>
                <a:lnTo>
                  <a:pt x="2670994" y="1888496"/>
                </a:lnTo>
                <a:lnTo>
                  <a:pt x="2638569" y="1945080"/>
                </a:lnTo>
                <a:lnTo>
                  <a:pt x="2562911" y="2044102"/>
                </a:lnTo>
                <a:lnTo>
                  <a:pt x="2472392" y="2134283"/>
                </a:lnTo>
                <a:lnTo>
                  <a:pt x="2375118" y="2210318"/>
                </a:lnTo>
                <a:lnTo>
                  <a:pt x="2271088" y="2275743"/>
                </a:lnTo>
                <a:lnTo>
                  <a:pt x="2158952" y="2327023"/>
                </a:lnTo>
                <a:lnTo>
                  <a:pt x="2044115" y="2374765"/>
                </a:lnTo>
                <a:lnTo>
                  <a:pt x="1929277" y="2408362"/>
                </a:lnTo>
                <a:lnTo>
                  <a:pt x="1813088" y="2434886"/>
                </a:lnTo>
                <a:lnTo>
                  <a:pt x="1698250" y="2454337"/>
                </a:lnTo>
                <a:lnTo>
                  <a:pt x="1592869" y="2468483"/>
                </a:lnTo>
                <a:lnTo>
                  <a:pt x="1492893" y="2473788"/>
                </a:lnTo>
                <a:lnTo>
                  <a:pt x="1398320" y="2477324"/>
                </a:lnTo>
                <a:lnTo>
                  <a:pt x="1311854" y="2473788"/>
                </a:lnTo>
                <a:lnTo>
                  <a:pt x="1214580" y="2463178"/>
                </a:lnTo>
                <a:lnTo>
                  <a:pt x="1117305" y="2445496"/>
                </a:lnTo>
                <a:lnTo>
                  <a:pt x="1013276" y="2422508"/>
                </a:lnTo>
                <a:lnTo>
                  <a:pt x="911948" y="2388911"/>
                </a:lnTo>
                <a:lnTo>
                  <a:pt x="807919" y="2346473"/>
                </a:lnTo>
                <a:lnTo>
                  <a:pt x="702538" y="2295194"/>
                </a:lnTo>
                <a:lnTo>
                  <a:pt x="602561" y="2238610"/>
                </a:lnTo>
                <a:lnTo>
                  <a:pt x="505287" y="2167880"/>
                </a:lnTo>
                <a:lnTo>
                  <a:pt x="410715" y="2086540"/>
                </a:lnTo>
                <a:lnTo>
                  <a:pt x="324248" y="1998127"/>
                </a:lnTo>
                <a:lnTo>
                  <a:pt x="244537" y="1899105"/>
                </a:lnTo>
                <a:lnTo>
                  <a:pt x="172933" y="1785937"/>
                </a:lnTo>
                <a:lnTo>
                  <a:pt x="114838" y="1662159"/>
                </a:lnTo>
                <a:lnTo>
                  <a:pt x="64850" y="1526003"/>
                </a:lnTo>
                <a:lnTo>
                  <a:pt x="28372" y="1375702"/>
                </a:lnTo>
                <a:lnTo>
                  <a:pt x="14862" y="1299667"/>
                </a:lnTo>
                <a:lnTo>
                  <a:pt x="6755" y="1225400"/>
                </a:lnTo>
                <a:lnTo>
                  <a:pt x="0" y="1149365"/>
                </a:lnTo>
                <a:lnTo>
                  <a:pt x="0" y="1078635"/>
                </a:lnTo>
                <a:lnTo>
                  <a:pt x="4053" y="1007905"/>
                </a:lnTo>
                <a:lnTo>
                  <a:pt x="14862" y="937175"/>
                </a:lnTo>
                <a:lnTo>
                  <a:pt x="25670" y="871749"/>
                </a:lnTo>
                <a:lnTo>
                  <a:pt x="39180" y="809861"/>
                </a:lnTo>
                <a:lnTo>
                  <a:pt x="79711" y="687851"/>
                </a:lnTo>
                <a:lnTo>
                  <a:pt x="133753" y="574683"/>
                </a:lnTo>
                <a:lnTo>
                  <a:pt x="198602" y="466819"/>
                </a:lnTo>
                <a:lnTo>
                  <a:pt x="274260" y="371334"/>
                </a:lnTo>
                <a:lnTo>
                  <a:pt x="356673" y="286457"/>
                </a:lnTo>
                <a:lnTo>
                  <a:pt x="451246" y="212191"/>
                </a:lnTo>
                <a:lnTo>
                  <a:pt x="551222" y="144997"/>
                </a:lnTo>
                <a:lnTo>
                  <a:pt x="659305" y="93718"/>
                </a:lnTo>
                <a:lnTo>
                  <a:pt x="775494" y="51279"/>
                </a:lnTo>
                <a:lnTo>
                  <a:pt x="890332" y="17683"/>
                </a:lnTo>
                <a:lnTo>
                  <a:pt x="1013276" y="3537"/>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colony bird</a:t>
            </a:r>
          </a:p>
        </p:txBody>
      </p:sp>
      <p:sp>
        <p:nvSpPr>
          <p:cNvPr id="50" name="Picture Placeholder 49">
            <a:extLst>
              <a:ext uri="{FF2B5EF4-FFF2-40B4-BE49-F238E27FC236}">
                <a16:creationId xmlns:a16="http://schemas.microsoft.com/office/drawing/2014/main" id="{F8C97492-F95E-4311-8ED2-BB505061940C}"/>
              </a:ext>
            </a:extLst>
          </p:cNvPr>
          <p:cNvSpPr>
            <a:spLocks noGrp="1"/>
          </p:cNvSpPr>
          <p:nvPr>
            <p:ph type="pic" sz="quarter" idx="15" hasCustomPrompt="1"/>
          </p:nvPr>
        </p:nvSpPr>
        <p:spPr>
          <a:xfrm>
            <a:off x="6251330" y="4753273"/>
            <a:ext cx="2651445" cy="1668624"/>
          </a:xfrm>
          <a:custGeom>
            <a:avLst/>
            <a:gdLst>
              <a:gd name="connsiteX0" fmla="*/ 1480791 w 2834809"/>
              <a:gd name="connsiteY0" fmla="*/ 0 h 1784020"/>
              <a:gd name="connsiteX1" fmla="*/ 1653730 w 2834809"/>
              <a:gd name="connsiteY1" fmla="*/ 3880 h 1784020"/>
              <a:gd name="connsiteX2" fmla="*/ 1811652 w 2834809"/>
              <a:gd name="connsiteY2" fmla="*/ 18320 h 1784020"/>
              <a:gd name="connsiteX3" fmla="*/ 1956159 w 2834809"/>
              <a:gd name="connsiteY3" fmla="*/ 39603 h 1784020"/>
              <a:gd name="connsiteX4" fmla="*/ 2089655 w 2834809"/>
              <a:gd name="connsiteY4" fmla="*/ 70984 h 1784020"/>
              <a:gd name="connsiteX5" fmla="*/ 2207733 w 2834809"/>
              <a:gd name="connsiteY5" fmla="*/ 109440 h 1784020"/>
              <a:gd name="connsiteX6" fmla="*/ 2314298 w 2834809"/>
              <a:gd name="connsiteY6" fmla="*/ 153637 h 1784020"/>
              <a:gd name="connsiteX7" fmla="*/ 2413455 w 2834809"/>
              <a:gd name="connsiteY7" fmla="*/ 203986 h 1784020"/>
              <a:gd name="connsiteX8" fmla="*/ 2500797 w 2834809"/>
              <a:gd name="connsiteY8" fmla="*/ 257463 h 1784020"/>
              <a:gd name="connsiteX9" fmla="*/ 2572319 w 2834809"/>
              <a:gd name="connsiteY9" fmla="*/ 314530 h 1784020"/>
              <a:gd name="connsiteX10" fmla="*/ 2638235 w 2834809"/>
              <a:gd name="connsiteY10" fmla="*/ 375775 h 1784020"/>
              <a:gd name="connsiteX11" fmla="*/ 2694037 w 2834809"/>
              <a:gd name="connsiteY11" fmla="*/ 437304 h 1784020"/>
              <a:gd name="connsiteX12" fmla="*/ 2739625 w 2834809"/>
              <a:gd name="connsiteY12" fmla="*/ 498247 h 1784020"/>
              <a:gd name="connsiteX13" fmla="*/ 2773398 w 2834809"/>
              <a:gd name="connsiteY13" fmla="*/ 562317 h 1784020"/>
              <a:gd name="connsiteX14" fmla="*/ 2800660 w 2834809"/>
              <a:gd name="connsiteY14" fmla="*/ 622726 h 1784020"/>
              <a:gd name="connsiteX15" fmla="*/ 2819913 w 2834809"/>
              <a:gd name="connsiteY15" fmla="*/ 684059 h 1784020"/>
              <a:gd name="connsiteX16" fmla="*/ 2830350 w 2834809"/>
              <a:gd name="connsiteY16" fmla="*/ 739347 h 1784020"/>
              <a:gd name="connsiteX17" fmla="*/ 2833380 w 2834809"/>
              <a:gd name="connsiteY17" fmla="*/ 800786 h 1784020"/>
              <a:gd name="connsiteX18" fmla="*/ 2834809 w 2834809"/>
              <a:gd name="connsiteY18" fmla="*/ 865940 h 1784020"/>
              <a:gd name="connsiteX19" fmla="*/ 2826627 w 2834809"/>
              <a:gd name="connsiteY19" fmla="*/ 935734 h 1784020"/>
              <a:gd name="connsiteX20" fmla="*/ 2813140 w 2834809"/>
              <a:gd name="connsiteY20" fmla="*/ 1012319 h 1784020"/>
              <a:gd name="connsiteX21" fmla="*/ 2791744 w 2834809"/>
              <a:gd name="connsiteY21" fmla="*/ 1090699 h 1784020"/>
              <a:gd name="connsiteX22" fmla="*/ 2762236 w 2834809"/>
              <a:gd name="connsiteY22" fmla="*/ 1169132 h 1784020"/>
              <a:gd name="connsiteX23" fmla="*/ 2716707 w 2834809"/>
              <a:gd name="connsiteY23" fmla="*/ 1249414 h 1784020"/>
              <a:gd name="connsiteX24" fmla="*/ 2666972 w 2834809"/>
              <a:gd name="connsiteY24" fmla="*/ 1328415 h 1784020"/>
              <a:gd name="connsiteX25" fmla="*/ 2600612 w 2834809"/>
              <a:gd name="connsiteY25" fmla="*/ 1404039 h 1784020"/>
              <a:gd name="connsiteX26" fmla="*/ 2521735 w 2834809"/>
              <a:gd name="connsiteY26" fmla="*/ 1476693 h 1784020"/>
              <a:gd name="connsiteX27" fmla="*/ 2426333 w 2834809"/>
              <a:gd name="connsiteY27" fmla="*/ 1546840 h 1784020"/>
              <a:gd name="connsiteX28" fmla="*/ 2319813 w 2834809"/>
              <a:gd name="connsiteY28" fmla="*/ 1608561 h 1784020"/>
              <a:gd name="connsiteX29" fmla="*/ 2258140 w 2834809"/>
              <a:gd name="connsiteY29" fmla="*/ 1636861 h 1784020"/>
              <a:gd name="connsiteX30" fmla="*/ 2192261 w 2834809"/>
              <a:gd name="connsiteY30" fmla="*/ 1663881 h 1784020"/>
              <a:gd name="connsiteX31" fmla="*/ 2123977 w 2834809"/>
              <a:gd name="connsiteY31" fmla="*/ 1687647 h 1784020"/>
              <a:gd name="connsiteX32" fmla="*/ 2051487 w 2834809"/>
              <a:gd name="connsiteY32" fmla="*/ 1710134 h 1784020"/>
              <a:gd name="connsiteX33" fmla="*/ 1966780 w 2834809"/>
              <a:gd name="connsiteY33" fmla="*/ 1732264 h 1784020"/>
              <a:gd name="connsiteX34" fmla="*/ 1887478 w 2834809"/>
              <a:gd name="connsiteY34" fmla="*/ 1748475 h 1784020"/>
              <a:gd name="connsiteX35" fmla="*/ 1797862 w 2834809"/>
              <a:gd name="connsiteY35" fmla="*/ 1763228 h 1784020"/>
              <a:gd name="connsiteX36" fmla="*/ 1702036 w 2834809"/>
              <a:gd name="connsiteY36" fmla="*/ 1776932 h 1784020"/>
              <a:gd name="connsiteX37" fmla="*/ 1611314 w 2834809"/>
              <a:gd name="connsiteY37" fmla="*/ 1782103 h 1784020"/>
              <a:gd name="connsiteX38" fmla="*/ 1518187 w 2834809"/>
              <a:gd name="connsiteY38" fmla="*/ 1784020 h 1784020"/>
              <a:gd name="connsiteX39" fmla="*/ 1432669 w 2834809"/>
              <a:gd name="connsiteY39" fmla="*/ 1781529 h 1784020"/>
              <a:gd name="connsiteX40" fmla="*/ 1344947 w 2834809"/>
              <a:gd name="connsiteY40" fmla="*/ 1777527 h 1784020"/>
              <a:gd name="connsiteX41" fmla="*/ 1257024 w 2834809"/>
              <a:gd name="connsiteY41" fmla="*/ 1771782 h 1784020"/>
              <a:gd name="connsiteX42" fmla="*/ 1174707 w 2834809"/>
              <a:gd name="connsiteY42" fmla="*/ 1761860 h 1784020"/>
              <a:gd name="connsiteX43" fmla="*/ 1097996 w 2834809"/>
              <a:gd name="connsiteY43" fmla="*/ 1747761 h 1784020"/>
              <a:gd name="connsiteX44" fmla="*/ 1021184 w 2834809"/>
              <a:gd name="connsiteY44" fmla="*/ 1732790 h 1784020"/>
              <a:gd name="connsiteX45" fmla="*/ 876569 w 2834809"/>
              <a:gd name="connsiteY45" fmla="*/ 1692982 h 1784020"/>
              <a:gd name="connsiteX46" fmla="*/ 735155 w 2834809"/>
              <a:gd name="connsiteY46" fmla="*/ 1645744 h 1784020"/>
              <a:gd name="connsiteX47" fmla="*/ 608959 w 2834809"/>
              <a:gd name="connsiteY47" fmla="*/ 1589688 h 1784020"/>
              <a:gd name="connsiteX48" fmla="*/ 494175 w 2834809"/>
              <a:gd name="connsiteY48" fmla="*/ 1527020 h 1784020"/>
              <a:gd name="connsiteX49" fmla="*/ 394710 w 2834809"/>
              <a:gd name="connsiteY49" fmla="*/ 1456405 h 1784020"/>
              <a:gd name="connsiteX50" fmla="*/ 298947 w 2834809"/>
              <a:gd name="connsiteY50" fmla="*/ 1382715 h 1784020"/>
              <a:gd name="connsiteX51" fmla="*/ 218905 w 2834809"/>
              <a:gd name="connsiteY51" fmla="*/ 1304563 h 1784020"/>
              <a:gd name="connsiteX52" fmla="*/ 150678 w 2834809"/>
              <a:gd name="connsiteY52" fmla="*/ 1223283 h 1784020"/>
              <a:gd name="connsiteX53" fmla="*/ 92664 w 2834809"/>
              <a:gd name="connsiteY53" fmla="*/ 1142590 h 1784020"/>
              <a:gd name="connsiteX54" fmla="*/ 50471 w 2834809"/>
              <a:gd name="connsiteY54" fmla="*/ 1058306 h 1784020"/>
              <a:gd name="connsiteX55" fmla="*/ 18794 w 2834809"/>
              <a:gd name="connsiteY55" fmla="*/ 977222 h 1784020"/>
              <a:gd name="connsiteX56" fmla="*/ 5141 w 2834809"/>
              <a:gd name="connsiteY56" fmla="*/ 894059 h 1784020"/>
              <a:gd name="connsiteX57" fmla="*/ 0 w 2834809"/>
              <a:gd name="connsiteY57" fmla="*/ 814327 h 1784020"/>
              <a:gd name="connsiteX58" fmla="*/ 6876 w 2834809"/>
              <a:gd name="connsiteY58" fmla="*/ 733209 h 1784020"/>
              <a:gd name="connsiteX59" fmla="*/ 36384 w 2834809"/>
              <a:gd name="connsiteY59" fmla="*/ 654775 h 1784020"/>
              <a:gd name="connsiteX60" fmla="*/ 75804 w 2834809"/>
              <a:gd name="connsiteY60" fmla="*/ 574316 h 1784020"/>
              <a:gd name="connsiteX61" fmla="*/ 125841 w 2834809"/>
              <a:gd name="connsiteY61" fmla="*/ 497927 h 1784020"/>
              <a:gd name="connsiteX62" fmla="*/ 194504 w 2834809"/>
              <a:gd name="connsiteY62" fmla="*/ 424686 h 1784020"/>
              <a:gd name="connsiteX63" fmla="*/ 271580 w 2834809"/>
              <a:gd name="connsiteY63" fmla="*/ 354005 h 1784020"/>
              <a:gd name="connsiteX64" fmla="*/ 361577 w 2834809"/>
              <a:gd name="connsiteY64" fmla="*/ 289778 h 1784020"/>
              <a:gd name="connsiteX65" fmla="*/ 464092 w 2834809"/>
              <a:gd name="connsiteY65" fmla="*/ 228519 h 1784020"/>
              <a:gd name="connsiteX66" fmla="*/ 581430 w 2834809"/>
              <a:gd name="connsiteY66" fmla="*/ 172613 h 1784020"/>
              <a:gd name="connsiteX67" fmla="*/ 705579 w 2834809"/>
              <a:gd name="connsiteY67" fmla="*/ 122981 h 1784020"/>
              <a:gd name="connsiteX68" fmla="*/ 840747 w 2834809"/>
              <a:gd name="connsiteY68" fmla="*/ 80906 h 1784020"/>
              <a:gd name="connsiteX69" fmla="*/ 909835 w 2834809"/>
              <a:gd name="connsiteY69" fmla="*/ 64108 h 1784020"/>
              <a:gd name="connsiteX70" fmla="*/ 983129 w 2834809"/>
              <a:gd name="connsiteY70" fmla="*/ 48590 h 1784020"/>
              <a:gd name="connsiteX71" fmla="*/ 1062431 w 2834809"/>
              <a:gd name="connsiteY71" fmla="*/ 32379 h 1784020"/>
              <a:gd name="connsiteX72" fmla="*/ 1142235 w 2834809"/>
              <a:gd name="connsiteY72" fmla="*/ 20524 h 1784020"/>
              <a:gd name="connsiteX73" fmla="*/ 1222341 w 2834809"/>
              <a:gd name="connsiteY73" fmla="*/ 11282 h 1784020"/>
              <a:gd name="connsiteX74" fmla="*/ 1308958 w 2834809"/>
              <a:gd name="connsiteY74" fmla="*/ 5702 h 1784020"/>
              <a:gd name="connsiteX75" fmla="*/ 1393672 w 2834809"/>
              <a:gd name="connsiteY75" fmla="*/ 1224 h 178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834809" h="1784020">
                <a:moveTo>
                  <a:pt x="1480791" y="0"/>
                </a:moveTo>
                <a:lnTo>
                  <a:pt x="1653730" y="3880"/>
                </a:lnTo>
                <a:lnTo>
                  <a:pt x="1811652" y="18320"/>
                </a:lnTo>
                <a:lnTo>
                  <a:pt x="1956159" y="39603"/>
                </a:lnTo>
                <a:lnTo>
                  <a:pt x="2089655" y="70984"/>
                </a:lnTo>
                <a:lnTo>
                  <a:pt x="2207733" y="109440"/>
                </a:lnTo>
                <a:lnTo>
                  <a:pt x="2314298" y="153637"/>
                </a:lnTo>
                <a:lnTo>
                  <a:pt x="2413455" y="203986"/>
                </a:lnTo>
                <a:lnTo>
                  <a:pt x="2500797" y="257463"/>
                </a:lnTo>
                <a:lnTo>
                  <a:pt x="2572319" y="314530"/>
                </a:lnTo>
                <a:lnTo>
                  <a:pt x="2638235" y="375775"/>
                </a:lnTo>
                <a:lnTo>
                  <a:pt x="2694037" y="437304"/>
                </a:lnTo>
                <a:lnTo>
                  <a:pt x="2739625" y="498247"/>
                </a:lnTo>
                <a:lnTo>
                  <a:pt x="2773398" y="562317"/>
                </a:lnTo>
                <a:lnTo>
                  <a:pt x="2800660" y="622726"/>
                </a:lnTo>
                <a:lnTo>
                  <a:pt x="2819913" y="684059"/>
                </a:lnTo>
                <a:lnTo>
                  <a:pt x="2830350" y="739347"/>
                </a:lnTo>
                <a:lnTo>
                  <a:pt x="2833380" y="800786"/>
                </a:lnTo>
                <a:lnTo>
                  <a:pt x="2834809" y="865940"/>
                </a:lnTo>
                <a:lnTo>
                  <a:pt x="2826627" y="935734"/>
                </a:lnTo>
                <a:lnTo>
                  <a:pt x="2813140" y="1012319"/>
                </a:lnTo>
                <a:lnTo>
                  <a:pt x="2791744" y="1090699"/>
                </a:lnTo>
                <a:lnTo>
                  <a:pt x="2762236" y="1169132"/>
                </a:lnTo>
                <a:lnTo>
                  <a:pt x="2716707" y="1249414"/>
                </a:lnTo>
                <a:lnTo>
                  <a:pt x="2666972" y="1328415"/>
                </a:lnTo>
                <a:lnTo>
                  <a:pt x="2600612" y="1404039"/>
                </a:lnTo>
                <a:lnTo>
                  <a:pt x="2521735" y="1476693"/>
                </a:lnTo>
                <a:lnTo>
                  <a:pt x="2426333" y="1546840"/>
                </a:lnTo>
                <a:lnTo>
                  <a:pt x="2319813" y="1608561"/>
                </a:lnTo>
                <a:lnTo>
                  <a:pt x="2258140" y="1636861"/>
                </a:lnTo>
                <a:lnTo>
                  <a:pt x="2192261" y="1663881"/>
                </a:lnTo>
                <a:lnTo>
                  <a:pt x="2123977" y="1687647"/>
                </a:lnTo>
                <a:lnTo>
                  <a:pt x="2051487" y="1710134"/>
                </a:lnTo>
                <a:lnTo>
                  <a:pt x="1966780" y="1732264"/>
                </a:lnTo>
                <a:lnTo>
                  <a:pt x="1887478" y="1748475"/>
                </a:lnTo>
                <a:lnTo>
                  <a:pt x="1797862" y="1763228"/>
                </a:lnTo>
                <a:lnTo>
                  <a:pt x="1702036" y="1776932"/>
                </a:lnTo>
                <a:lnTo>
                  <a:pt x="1611314" y="1782103"/>
                </a:lnTo>
                <a:lnTo>
                  <a:pt x="1518187" y="1784020"/>
                </a:lnTo>
                <a:lnTo>
                  <a:pt x="1432669" y="1781529"/>
                </a:lnTo>
                <a:lnTo>
                  <a:pt x="1344947" y="1777527"/>
                </a:lnTo>
                <a:lnTo>
                  <a:pt x="1257024" y="1771782"/>
                </a:lnTo>
                <a:lnTo>
                  <a:pt x="1174707" y="1761860"/>
                </a:lnTo>
                <a:lnTo>
                  <a:pt x="1097996" y="1747761"/>
                </a:lnTo>
                <a:lnTo>
                  <a:pt x="1021184" y="1732790"/>
                </a:lnTo>
                <a:lnTo>
                  <a:pt x="876569" y="1692982"/>
                </a:lnTo>
                <a:lnTo>
                  <a:pt x="735155" y="1645744"/>
                </a:lnTo>
                <a:lnTo>
                  <a:pt x="608959" y="1589688"/>
                </a:lnTo>
                <a:lnTo>
                  <a:pt x="494175" y="1527020"/>
                </a:lnTo>
                <a:lnTo>
                  <a:pt x="394710" y="1456405"/>
                </a:lnTo>
                <a:lnTo>
                  <a:pt x="298947" y="1382715"/>
                </a:lnTo>
                <a:lnTo>
                  <a:pt x="218905" y="1304563"/>
                </a:lnTo>
                <a:lnTo>
                  <a:pt x="150678" y="1223283"/>
                </a:lnTo>
                <a:lnTo>
                  <a:pt x="92664" y="1142590"/>
                </a:lnTo>
                <a:lnTo>
                  <a:pt x="50471" y="1058306"/>
                </a:lnTo>
                <a:lnTo>
                  <a:pt x="18794" y="977222"/>
                </a:lnTo>
                <a:lnTo>
                  <a:pt x="5141" y="894059"/>
                </a:lnTo>
                <a:lnTo>
                  <a:pt x="0" y="814327"/>
                </a:lnTo>
                <a:lnTo>
                  <a:pt x="6876" y="733209"/>
                </a:lnTo>
                <a:lnTo>
                  <a:pt x="36384" y="654775"/>
                </a:lnTo>
                <a:lnTo>
                  <a:pt x="75804" y="574316"/>
                </a:lnTo>
                <a:lnTo>
                  <a:pt x="125841" y="497927"/>
                </a:lnTo>
                <a:lnTo>
                  <a:pt x="194504" y="424686"/>
                </a:lnTo>
                <a:lnTo>
                  <a:pt x="271580" y="354005"/>
                </a:lnTo>
                <a:lnTo>
                  <a:pt x="361577" y="289778"/>
                </a:lnTo>
                <a:lnTo>
                  <a:pt x="464092" y="228519"/>
                </a:lnTo>
                <a:lnTo>
                  <a:pt x="581430" y="172613"/>
                </a:lnTo>
                <a:lnTo>
                  <a:pt x="705579" y="122981"/>
                </a:lnTo>
                <a:lnTo>
                  <a:pt x="840747" y="80906"/>
                </a:lnTo>
                <a:lnTo>
                  <a:pt x="909835" y="64108"/>
                </a:lnTo>
                <a:lnTo>
                  <a:pt x="983129" y="48590"/>
                </a:lnTo>
                <a:lnTo>
                  <a:pt x="1062431" y="32379"/>
                </a:lnTo>
                <a:lnTo>
                  <a:pt x="1142235" y="20524"/>
                </a:lnTo>
                <a:lnTo>
                  <a:pt x="1222341" y="11282"/>
                </a:lnTo>
                <a:lnTo>
                  <a:pt x="1308958" y="5702"/>
                </a:lnTo>
                <a:lnTo>
                  <a:pt x="1393672" y="1224"/>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colony flag</a:t>
            </a:r>
          </a:p>
        </p:txBody>
      </p:sp>
      <p:sp>
        <p:nvSpPr>
          <p:cNvPr id="51" name="Picture Placeholder 50">
            <a:extLst>
              <a:ext uri="{FF2B5EF4-FFF2-40B4-BE49-F238E27FC236}">
                <a16:creationId xmlns:a16="http://schemas.microsoft.com/office/drawing/2014/main" id="{D169D0C1-928A-42BF-9947-5C106345046C}"/>
              </a:ext>
            </a:extLst>
          </p:cNvPr>
          <p:cNvSpPr>
            <a:spLocks noGrp="1"/>
          </p:cNvSpPr>
          <p:nvPr>
            <p:ph type="pic" sz="quarter" idx="16" hasCustomPrompt="1"/>
          </p:nvPr>
        </p:nvSpPr>
        <p:spPr>
          <a:xfrm>
            <a:off x="8736513" y="3632138"/>
            <a:ext cx="2726350" cy="2002690"/>
          </a:xfrm>
          <a:custGeom>
            <a:avLst/>
            <a:gdLst>
              <a:gd name="connsiteX0" fmla="*/ 1367800 w 2726350"/>
              <a:gd name="connsiteY0" fmla="*/ 0 h 2002690"/>
              <a:gd name="connsiteX1" fmla="*/ 1460309 w 2726350"/>
              <a:gd name="connsiteY1" fmla="*/ 2859 h 2002690"/>
              <a:gd name="connsiteX2" fmla="*/ 1558103 w 2726350"/>
              <a:gd name="connsiteY2" fmla="*/ 7148 h 2002690"/>
              <a:gd name="connsiteX3" fmla="*/ 1661184 w 2726350"/>
              <a:gd name="connsiteY3" fmla="*/ 18583 h 2002690"/>
              <a:gd name="connsiteX4" fmla="*/ 1773515 w 2726350"/>
              <a:gd name="connsiteY4" fmla="*/ 34308 h 2002690"/>
              <a:gd name="connsiteX5" fmla="*/ 1887168 w 2726350"/>
              <a:gd name="connsiteY5" fmla="*/ 55750 h 2002690"/>
              <a:gd name="connsiteX6" fmla="*/ 1999499 w 2726350"/>
              <a:gd name="connsiteY6" fmla="*/ 82910 h 2002690"/>
              <a:gd name="connsiteX7" fmla="*/ 2111831 w 2726350"/>
              <a:gd name="connsiteY7" fmla="*/ 121505 h 2002690"/>
              <a:gd name="connsiteX8" fmla="*/ 2221519 w 2726350"/>
              <a:gd name="connsiteY8" fmla="*/ 162960 h 2002690"/>
              <a:gd name="connsiteX9" fmla="*/ 2323279 w 2726350"/>
              <a:gd name="connsiteY9" fmla="*/ 215850 h 2002690"/>
              <a:gd name="connsiteX10" fmla="*/ 2418430 w 2726350"/>
              <a:gd name="connsiteY10" fmla="*/ 277318 h 2002690"/>
              <a:gd name="connsiteX11" fmla="*/ 2506973 w 2726350"/>
              <a:gd name="connsiteY11" fmla="*/ 350221 h 2002690"/>
              <a:gd name="connsiteX12" fmla="*/ 2580980 w 2726350"/>
              <a:gd name="connsiteY12" fmla="*/ 430271 h 2002690"/>
              <a:gd name="connsiteX13" fmla="*/ 2612697 w 2726350"/>
              <a:gd name="connsiteY13" fmla="*/ 476014 h 2002690"/>
              <a:gd name="connsiteX14" fmla="*/ 2641771 w 2726350"/>
              <a:gd name="connsiteY14" fmla="*/ 524616 h 2002690"/>
              <a:gd name="connsiteX15" fmla="*/ 2665559 w 2726350"/>
              <a:gd name="connsiteY15" fmla="*/ 574648 h 2002690"/>
              <a:gd name="connsiteX16" fmla="*/ 2686703 w 2726350"/>
              <a:gd name="connsiteY16" fmla="*/ 627538 h 2002690"/>
              <a:gd name="connsiteX17" fmla="*/ 2705205 w 2726350"/>
              <a:gd name="connsiteY17" fmla="*/ 689006 h 2002690"/>
              <a:gd name="connsiteX18" fmla="*/ 2715778 w 2726350"/>
              <a:gd name="connsiteY18" fmla="*/ 746184 h 2002690"/>
              <a:gd name="connsiteX19" fmla="*/ 2722385 w 2726350"/>
              <a:gd name="connsiteY19" fmla="*/ 810511 h 2002690"/>
              <a:gd name="connsiteX20" fmla="*/ 2726350 w 2726350"/>
              <a:gd name="connsiteY20" fmla="*/ 879125 h 2002690"/>
              <a:gd name="connsiteX21" fmla="*/ 2718421 w 2726350"/>
              <a:gd name="connsiteY21" fmla="*/ 943452 h 2002690"/>
              <a:gd name="connsiteX22" fmla="*/ 2705205 w 2726350"/>
              <a:gd name="connsiteY22" fmla="*/ 1009207 h 2002690"/>
              <a:gd name="connsiteX23" fmla="*/ 2686703 w 2726350"/>
              <a:gd name="connsiteY23" fmla="*/ 1069245 h 2002690"/>
              <a:gd name="connsiteX24" fmla="*/ 2665559 w 2726350"/>
              <a:gd name="connsiteY24" fmla="*/ 1130712 h 2002690"/>
              <a:gd name="connsiteX25" fmla="*/ 2641771 w 2726350"/>
              <a:gd name="connsiteY25" fmla="*/ 1192180 h 2002690"/>
              <a:gd name="connsiteX26" fmla="*/ 2612697 w 2726350"/>
              <a:gd name="connsiteY26" fmla="*/ 1249359 h 2002690"/>
              <a:gd name="connsiteX27" fmla="*/ 2578337 w 2726350"/>
              <a:gd name="connsiteY27" fmla="*/ 1302249 h 2002690"/>
              <a:gd name="connsiteX28" fmla="*/ 2542655 w 2726350"/>
              <a:gd name="connsiteY28" fmla="*/ 1355139 h 2002690"/>
              <a:gd name="connsiteX29" fmla="*/ 2458076 w 2726350"/>
              <a:gd name="connsiteY29" fmla="*/ 1453773 h 2002690"/>
              <a:gd name="connsiteX30" fmla="*/ 2362925 w 2726350"/>
              <a:gd name="connsiteY30" fmla="*/ 1549548 h 2002690"/>
              <a:gd name="connsiteX31" fmla="*/ 2257201 w 2726350"/>
              <a:gd name="connsiteY31" fmla="*/ 1633887 h 2002690"/>
              <a:gd name="connsiteX32" fmla="*/ 2143548 w 2726350"/>
              <a:gd name="connsiteY32" fmla="*/ 1709649 h 2002690"/>
              <a:gd name="connsiteX33" fmla="*/ 2020644 w 2726350"/>
              <a:gd name="connsiteY33" fmla="*/ 1773975 h 2002690"/>
              <a:gd name="connsiteX34" fmla="*/ 1893776 w 2726350"/>
              <a:gd name="connsiteY34" fmla="*/ 1835442 h 2002690"/>
              <a:gd name="connsiteX35" fmla="*/ 1762943 w 2726350"/>
              <a:gd name="connsiteY35" fmla="*/ 1885474 h 2002690"/>
              <a:gd name="connsiteX36" fmla="*/ 1629467 w 2726350"/>
              <a:gd name="connsiteY36" fmla="*/ 1926928 h 2002690"/>
              <a:gd name="connsiteX37" fmla="*/ 1498633 w 2726350"/>
              <a:gd name="connsiteY37" fmla="*/ 1961236 h 2002690"/>
              <a:gd name="connsiteX38" fmla="*/ 1365157 w 2726350"/>
              <a:gd name="connsiteY38" fmla="*/ 1984107 h 2002690"/>
              <a:gd name="connsiteX39" fmla="*/ 1238289 w 2726350"/>
              <a:gd name="connsiteY39" fmla="*/ 1999831 h 2002690"/>
              <a:gd name="connsiteX40" fmla="*/ 1111420 w 2726350"/>
              <a:gd name="connsiteY40" fmla="*/ 2002690 h 2002690"/>
              <a:gd name="connsiteX41" fmla="*/ 991160 w 2726350"/>
              <a:gd name="connsiteY41" fmla="*/ 1999831 h 2002690"/>
              <a:gd name="connsiteX42" fmla="*/ 870899 w 2726350"/>
              <a:gd name="connsiteY42" fmla="*/ 1988396 h 2002690"/>
              <a:gd name="connsiteX43" fmla="*/ 758568 w 2726350"/>
              <a:gd name="connsiteY43" fmla="*/ 1961236 h 2002690"/>
              <a:gd name="connsiteX44" fmla="*/ 644915 w 2726350"/>
              <a:gd name="connsiteY44" fmla="*/ 1926928 h 2002690"/>
              <a:gd name="connsiteX45" fmla="*/ 539191 w 2726350"/>
              <a:gd name="connsiteY45" fmla="*/ 1885474 h 2002690"/>
              <a:gd name="connsiteX46" fmla="*/ 441396 w 2726350"/>
              <a:gd name="connsiteY46" fmla="*/ 1831154 h 2002690"/>
              <a:gd name="connsiteX47" fmla="*/ 348888 w 2726350"/>
              <a:gd name="connsiteY47" fmla="*/ 1771116 h 2002690"/>
              <a:gd name="connsiteX48" fmla="*/ 268274 w 2726350"/>
              <a:gd name="connsiteY48" fmla="*/ 1702501 h 2002690"/>
              <a:gd name="connsiteX49" fmla="*/ 194267 w 2726350"/>
              <a:gd name="connsiteY49" fmla="*/ 1625310 h 2002690"/>
              <a:gd name="connsiteX50" fmla="*/ 130833 w 2726350"/>
              <a:gd name="connsiteY50" fmla="*/ 1538112 h 2002690"/>
              <a:gd name="connsiteX51" fmla="*/ 77971 w 2726350"/>
              <a:gd name="connsiteY51" fmla="*/ 1446626 h 2002690"/>
              <a:gd name="connsiteX52" fmla="*/ 38325 w 2726350"/>
              <a:gd name="connsiteY52" fmla="*/ 1347992 h 2002690"/>
              <a:gd name="connsiteX53" fmla="*/ 25109 w 2726350"/>
              <a:gd name="connsiteY53" fmla="*/ 1297961 h 2002690"/>
              <a:gd name="connsiteX54" fmla="*/ 14537 w 2726350"/>
              <a:gd name="connsiteY54" fmla="*/ 1245070 h 2002690"/>
              <a:gd name="connsiteX55" fmla="*/ 3965 w 2726350"/>
              <a:gd name="connsiteY55" fmla="*/ 1187891 h 2002690"/>
              <a:gd name="connsiteX56" fmla="*/ 0 w 2726350"/>
              <a:gd name="connsiteY56" fmla="*/ 1130712 h 2002690"/>
              <a:gd name="connsiteX57" fmla="*/ 0 w 2726350"/>
              <a:gd name="connsiteY57" fmla="*/ 1073534 h 2002690"/>
              <a:gd name="connsiteX58" fmla="*/ 6608 w 2726350"/>
              <a:gd name="connsiteY58" fmla="*/ 1012066 h 2002690"/>
              <a:gd name="connsiteX59" fmla="*/ 14537 w 2726350"/>
              <a:gd name="connsiteY59" fmla="*/ 952028 h 2002690"/>
              <a:gd name="connsiteX60" fmla="*/ 27752 w 2726350"/>
              <a:gd name="connsiteY60" fmla="*/ 890561 h 2002690"/>
              <a:gd name="connsiteX61" fmla="*/ 63434 w 2726350"/>
              <a:gd name="connsiteY61" fmla="*/ 769056 h 2002690"/>
              <a:gd name="connsiteX62" fmla="*/ 112331 w 2726350"/>
              <a:gd name="connsiteY62" fmla="*/ 658987 h 2002690"/>
              <a:gd name="connsiteX63" fmla="*/ 169158 w 2726350"/>
              <a:gd name="connsiteY63" fmla="*/ 558924 h 2002690"/>
              <a:gd name="connsiteX64" fmla="*/ 239200 w 2726350"/>
              <a:gd name="connsiteY64" fmla="*/ 467437 h 2002690"/>
              <a:gd name="connsiteX65" fmla="*/ 317171 w 2726350"/>
              <a:gd name="connsiteY65" fmla="*/ 387387 h 2002690"/>
              <a:gd name="connsiteX66" fmla="*/ 401750 w 2726350"/>
              <a:gd name="connsiteY66" fmla="*/ 315913 h 2002690"/>
              <a:gd name="connsiteX67" fmla="*/ 494258 w 2726350"/>
              <a:gd name="connsiteY67" fmla="*/ 250158 h 2002690"/>
              <a:gd name="connsiteX68" fmla="*/ 589410 w 2726350"/>
              <a:gd name="connsiteY68" fmla="*/ 192979 h 2002690"/>
              <a:gd name="connsiteX69" fmla="*/ 687204 w 2726350"/>
              <a:gd name="connsiteY69" fmla="*/ 147236 h 2002690"/>
              <a:gd name="connsiteX70" fmla="*/ 790285 w 2726350"/>
              <a:gd name="connsiteY70" fmla="*/ 105781 h 2002690"/>
              <a:gd name="connsiteX71" fmla="*/ 892044 w 2726350"/>
              <a:gd name="connsiteY71" fmla="*/ 71474 h 2002690"/>
              <a:gd name="connsiteX72" fmla="*/ 991160 w 2726350"/>
              <a:gd name="connsiteY72" fmla="*/ 44314 h 2002690"/>
              <a:gd name="connsiteX73" fmla="*/ 1092919 w 2726350"/>
              <a:gd name="connsiteY73" fmla="*/ 25731 h 2002690"/>
              <a:gd name="connsiteX74" fmla="*/ 1188070 w 2726350"/>
              <a:gd name="connsiteY74" fmla="*/ 11436 h 2002690"/>
              <a:gd name="connsiteX75" fmla="*/ 1283221 w 2726350"/>
              <a:gd name="connsiteY75" fmla="*/ 2859 h 2002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726350" h="2002690">
                <a:moveTo>
                  <a:pt x="1367800" y="0"/>
                </a:moveTo>
                <a:lnTo>
                  <a:pt x="1460309" y="2859"/>
                </a:lnTo>
                <a:lnTo>
                  <a:pt x="1558103" y="7148"/>
                </a:lnTo>
                <a:lnTo>
                  <a:pt x="1661184" y="18583"/>
                </a:lnTo>
                <a:lnTo>
                  <a:pt x="1773515" y="34308"/>
                </a:lnTo>
                <a:lnTo>
                  <a:pt x="1887168" y="55750"/>
                </a:lnTo>
                <a:lnTo>
                  <a:pt x="1999499" y="82910"/>
                </a:lnTo>
                <a:lnTo>
                  <a:pt x="2111831" y="121505"/>
                </a:lnTo>
                <a:lnTo>
                  <a:pt x="2221519" y="162960"/>
                </a:lnTo>
                <a:lnTo>
                  <a:pt x="2323279" y="215850"/>
                </a:lnTo>
                <a:lnTo>
                  <a:pt x="2418430" y="277318"/>
                </a:lnTo>
                <a:lnTo>
                  <a:pt x="2506973" y="350221"/>
                </a:lnTo>
                <a:lnTo>
                  <a:pt x="2580980" y="430271"/>
                </a:lnTo>
                <a:lnTo>
                  <a:pt x="2612697" y="476014"/>
                </a:lnTo>
                <a:lnTo>
                  <a:pt x="2641771" y="524616"/>
                </a:lnTo>
                <a:lnTo>
                  <a:pt x="2665559" y="574648"/>
                </a:lnTo>
                <a:lnTo>
                  <a:pt x="2686703" y="627538"/>
                </a:lnTo>
                <a:lnTo>
                  <a:pt x="2705205" y="689006"/>
                </a:lnTo>
                <a:lnTo>
                  <a:pt x="2715778" y="746184"/>
                </a:lnTo>
                <a:lnTo>
                  <a:pt x="2722385" y="810511"/>
                </a:lnTo>
                <a:lnTo>
                  <a:pt x="2726350" y="879125"/>
                </a:lnTo>
                <a:lnTo>
                  <a:pt x="2718421" y="943452"/>
                </a:lnTo>
                <a:lnTo>
                  <a:pt x="2705205" y="1009207"/>
                </a:lnTo>
                <a:lnTo>
                  <a:pt x="2686703" y="1069245"/>
                </a:lnTo>
                <a:lnTo>
                  <a:pt x="2665559" y="1130712"/>
                </a:lnTo>
                <a:lnTo>
                  <a:pt x="2641771" y="1192180"/>
                </a:lnTo>
                <a:lnTo>
                  <a:pt x="2612697" y="1249359"/>
                </a:lnTo>
                <a:lnTo>
                  <a:pt x="2578337" y="1302249"/>
                </a:lnTo>
                <a:lnTo>
                  <a:pt x="2542655" y="1355139"/>
                </a:lnTo>
                <a:lnTo>
                  <a:pt x="2458076" y="1453773"/>
                </a:lnTo>
                <a:lnTo>
                  <a:pt x="2362925" y="1549548"/>
                </a:lnTo>
                <a:lnTo>
                  <a:pt x="2257201" y="1633887"/>
                </a:lnTo>
                <a:lnTo>
                  <a:pt x="2143548" y="1709649"/>
                </a:lnTo>
                <a:lnTo>
                  <a:pt x="2020644" y="1773975"/>
                </a:lnTo>
                <a:lnTo>
                  <a:pt x="1893776" y="1835442"/>
                </a:lnTo>
                <a:lnTo>
                  <a:pt x="1762943" y="1885474"/>
                </a:lnTo>
                <a:lnTo>
                  <a:pt x="1629467" y="1926928"/>
                </a:lnTo>
                <a:lnTo>
                  <a:pt x="1498633" y="1961236"/>
                </a:lnTo>
                <a:lnTo>
                  <a:pt x="1365157" y="1984107"/>
                </a:lnTo>
                <a:lnTo>
                  <a:pt x="1238289" y="1999831"/>
                </a:lnTo>
                <a:lnTo>
                  <a:pt x="1111420" y="2002690"/>
                </a:lnTo>
                <a:lnTo>
                  <a:pt x="991160" y="1999831"/>
                </a:lnTo>
                <a:lnTo>
                  <a:pt x="870899" y="1988396"/>
                </a:lnTo>
                <a:lnTo>
                  <a:pt x="758568" y="1961236"/>
                </a:lnTo>
                <a:lnTo>
                  <a:pt x="644915" y="1926928"/>
                </a:lnTo>
                <a:lnTo>
                  <a:pt x="539191" y="1885474"/>
                </a:lnTo>
                <a:lnTo>
                  <a:pt x="441396" y="1831154"/>
                </a:lnTo>
                <a:lnTo>
                  <a:pt x="348888" y="1771116"/>
                </a:lnTo>
                <a:lnTo>
                  <a:pt x="268274" y="1702501"/>
                </a:lnTo>
                <a:lnTo>
                  <a:pt x="194267" y="1625310"/>
                </a:lnTo>
                <a:lnTo>
                  <a:pt x="130833" y="1538112"/>
                </a:lnTo>
                <a:lnTo>
                  <a:pt x="77971" y="1446626"/>
                </a:lnTo>
                <a:lnTo>
                  <a:pt x="38325" y="1347992"/>
                </a:lnTo>
                <a:lnTo>
                  <a:pt x="25109" y="1297961"/>
                </a:lnTo>
                <a:lnTo>
                  <a:pt x="14537" y="1245070"/>
                </a:lnTo>
                <a:lnTo>
                  <a:pt x="3965" y="1187891"/>
                </a:lnTo>
                <a:lnTo>
                  <a:pt x="0" y="1130712"/>
                </a:lnTo>
                <a:lnTo>
                  <a:pt x="0" y="1073534"/>
                </a:lnTo>
                <a:lnTo>
                  <a:pt x="6608" y="1012066"/>
                </a:lnTo>
                <a:lnTo>
                  <a:pt x="14537" y="952028"/>
                </a:lnTo>
                <a:lnTo>
                  <a:pt x="27752" y="890561"/>
                </a:lnTo>
                <a:lnTo>
                  <a:pt x="63434" y="769056"/>
                </a:lnTo>
                <a:lnTo>
                  <a:pt x="112331" y="658987"/>
                </a:lnTo>
                <a:lnTo>
                  <a:pt x="169158" y="558924"/>
                </a:lnTo>
                <a:lnTo>
                  <a:pt x="239200" y="467437"/>
                </a:lnTo>
                <a:lnTo>
                  <a:pt x="317171" y="387387"/>
                </a:lnTo>
                <a:lnTo>
                  <a:pt x="401750" y="315913"/>
                </a:lnTo>
                <a:lnTo>
                  <a:pt x="494258" y="250158"/>
                </a:lnTo>
                <a:lnTo>
                  <a:pt x="589410" y="192979"/>
                </a:lnTo>
                <a:lnTo>
                  <a:pt x="687204" y="147236"/>
                </a:lnTo>
                <a:lnTo>
                  <a:pt x="790285" y="105781"/>
                </a:lnTo>
                <a:lnTo>
                  <a:pt x="892044" y="71474"/>
                </a:lnTo>
                <a:lnTo>
                  <a:pt x="991160" y="44314"/>
                </a:lnTo>
                <a:lnTo>
                  <a:pt x="1092919" y="25731"/>
                </a:lnTo>
                <a:lnTo>
                  <a:pt x="1188070" y="11436"/>
                </a:lnTo>
                <a:lnTo>
                  <a:pt x="1283221" y="2859"/>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famous person</a:t>
            </a:r>
          </a:p>
        </p:txBody>
      </p:sp>
      <p:sp>
        <p:nvSpPr>
          <p:cNvPr id="49" name="Picture Placeholder 48">
            <a:extLst>
              <a:ext uri="{FF2B5EF4-FFF2-40B4-BE49-F238E27FC236}">
                <a16:creationId xmlns:a16="http://schemas.microsoft.com/office/drawing/2014/main" id="{C75822EB-D396-4CEF-ABDF-76D6FA179833}"/>
              </a:ext>
            </a:extLst>
          </p:cNvPr>
          <p:cNvSpPr>
            <a:spLocks noGrp="1"/>
          </p:cNvSpPr>
          <p:nvPr>
            <p:ph type="pic" sz="quarter" idx="17" hasCustomPrompt="1"/>
          </p:nvPr>
        </p:nvSpPr>
        <p:spPr>
          <a:xfrm>
            <a:off x="7378537" y="908939"/>
            <a:ext cx="3881839" cy="2851475"/>
          </a:xfrm>
          <a:custGeom>
            <a:avLst/>
            <a:gdLst>
              <a:gd name="connsiteX0" fmla="*/ 1947505 w 3881839"/>
              <a:gd name="connsiteY0" fmla="*/ 0 h 2851475"/>
              <a:gd name="connsiteX1" fmla="*/ 2079221 w 3881839"/>
              <a:gd name="connsiteY1" fmla="*/ 4071 h 2851475"/>
              <a:gd name="connsiteX2" fmla="*/ 2218462 w 3881839"/>
              <a:gd name="connsiteY2" fmla="*/ 10177 h 2851475"/>
              <a:gd name="connsiteX3" fmla="*/ 2365231 w 3881839"/>
              <a:gd name="connsiteY3" fmla="*/ 26459 h 2851475"/>
              <a:gd name="connsiteX4" fmla="*/ 2525171 w 3881839"/>
              <a:gd name="connsiteY4" fmla="*/ 48848 h 2851475"/>
              <a:gd name="connsiteX5" fmla="*/ 2686993 w 3881839"/>
              <a:gd name="connsiteY5" fmla="*/ 79377 h 2851475"/>
              <a:gd name="connsiteX6" fmla="*/ 2846933 w 3881839"/>
              <a:gd name="connsiteY6" fmla="*/ 118048 h 2851475"/>
              <a:gd name="connsiteX7" fmla="*/ 3006873 w 3881839"/>
              <a:gd name="connsiteY7" fmla="*/ 173002 h 2851475"/>
              <a:gd name="connsiteX8" fmla="*/ 3163050 w 3881839"/>
              <a:gd name="connsiteY8" fmla="*/ 232026 h 2851475"/>
              <a:gd name="connsiteX9" fmla="*/ 3307936 w 3881839"/>
              <a:gd name="connsiteY9" fmla="*/ 307333 h 2851475"/>
              <a:gd name="connsiteX10" fmla="*/ 3443415 w 3881839"/>
              <a:gd name="connsiteY10" fmla="*/ 394851 h 2851475"/>
              <a:gd name="connsiteX11" fmla="*/ 3569486 w 3881839"/>
              <a:gd name="connsiteY11" fmla="*/ 498652 h 2851475"/>
              <a:gd name="connsiteX12" fmla="*/ 3674858 w 3881839"/>
              <a:gd name="connsiteY12" fmla="*/ 612630 h 2851475"/>
              <a:gd name="connsiteX13" fmla="*/ 3720017 w 3881839"/>
              <a:gd name="connsiteY13" fmla="*/ 677760 h 2851475"/>
              <a:gd name="connsiteX14" fmla="*/ 3761414 w 3881839"/>
              <a:gd name="connsiteY14" fmla="*/ 746960 h 2851475"/>
              <a:gd name="connsiteX15" fmla="*/ 3795283 w 3881839"/>
              <a:gd name="connsiteY15" fmla="*/ 818196 h 2851475"/>
              <a:gd name="connsiteX16" fmla="*/ 3825390 w 3881839"/>
              <a:gd name="connsiteY16" fmla="*/ 893503 h 2851475"/>
              <a:gd name="connsiteX17" fmla="*/ 3851733 w 3881839"/>
              <a:gd name="connsiteY17" fmla="*/ 981021 h 2851475"/>
              <a:gd name="connsiteX18" fmla="*/ 3866786 w 3881839"/>
              <a:gd name="connsiteY18" fmla="*/ 1062434 h 2851475"/>
              <a:gd name="connsiteX19" fmla="*/ 3876194 w 3881839"/>
              <a:gd name="connsiteY19" fmla="*/ 1154023 h 2851475"/>
              <a:gd name="connsiteX20" fmla="*/ 3881839 w 3881839"/>
              <a:gd name="connsiteY20" fmla="*/ 1251718 h 2851475"/>
              <a:gd name="connsiteX21" fmla="*/ 3870549 w 3881839"/>
              <a:gd name="connsiteY21" fmla="*/ 1343307 h 2851475"/>
              <a:gd name="connsiteX22" fmla="*/ 3851733 w 3881839"/>
              <a:gd name="connsiteY22" fmla="*/ 1436932 h 2851475"/>
              <a:gd name="connsiteX23" fmla="*/ 3825390 w 3881839"/>
              <a:gd name="connsiteY23" fmla="*/ 1522415 h 2851475"/>
              <a:gd name="connsiteX24" fmla="*/ 3795283 w 3881839"/>
              <a:gd name="connsiteY24" fmla="*/ 1609934 h 2851475"/>
              <a:gd name="connsiteX25" fmla="*/ 3761414 w 3881839"/>
              <a:gd name="connsiteY25" fmla="*/ 1697452 h 2851475"/>
              <a:gd name="connsiteX26" fmla="*/ 3720017 w 3881839"/>
              <a:gd name="connsiteY26" fmla="*/ 1778865 h 2851475"/>
              <a:gd name="connsiteX27" fmla="*/ 3671094 w 3881839"/>
              <a:gd name="connsiteY27" fmla="*/ 1854171 h 2851475"/>
              <a:gd name="connsiteX28" fmla="*/ 3620290 w 3881839"/>
              <a:gd name="connsiteY28" fmla="*/ 1929478 h 2851475"/>
              <a:gd name="connsiteX29" fmla="*/ 3499864 w 3881839"/>
              <a:gd name="connsiteY29" fmla="*/ 2069915 h 2851475"/>
              <a:gd name="connsiteX30" fmla="*/ 3364386 w 3881839"/>
              <a:gd name="connsiteY30" fmla="*/ 2206281 h 2851475"/>
              <a:gd name="connsiteX31" fmla="*/ 3213854 w 3881839"/>
              <a:gd name="connsiteY31" fmla="*/ 2326364 h 2851475"/>
              <a:gd name="connsiteX32" fmla="*/ 3052032 w 3881839"/>
              <a:gd name="connsiteY32" fmla="*/ 2434236 h 2851475"/>
              <a:gd name="connsiteX33" fmla="*/ 2877039 w 3881839"/>
              <a:gd name="connsiteY33" fmla="*/ 2525825 h 2851475"/>
              <a:gd name="connsiteX34" fmla="*/ 2696401 w 3881839"/>
              <a:gd name="connsiteY34" fmla="*/ 2613343 h 2851475"/>
              <a:gd name="connsiteX35" fmla="*/ 2510118 w 3881839"/>
              <a:gd name="connsiteY35" fmla="*/ 2684579 h 2851475"/>
              <a:gd name="connsiteX36" fmla="*/ 2320072 w 3881839"/>
              <a:gd name="connsiteY36" fmla="*/ 2743603 h 2851475"/>
              <a:gd name="connsiteX37" fmla="*/ 2133788 w 3881839"/>
              <a:gd name="connsiteY37" fmla="*/ 2792451 h 2851475"/>
              <a:gd name="connsiteX38" fmla="*/ 1943742 w 3881839"/>
              <a:gd name="connsiteY38" fmla="*/ 2825016 h 2851475"/>
              <a:gd name="connsiteX39" fmla="*/ 1763104 w 3881839"/>
              <a:gd name="connsiteY39" fmla="*/ 2847404 h 2851475"/>
              <a:gd name="connsiteX40" fmla="*/ 1582466 w 3881839"/>
              <a:gd name="connsiteY40" fmla="*/ 2851475 h 2851475"/>
              <a:gd name="connsiteX41" fmla="*/ 1411236 w 3881839"/>
              <a:gd name="connsiteY41" fmla="*/ 2847404 h 2851475"/>
              <a:gd name="connsiteX42" fmla="*/ 1240006 w 3881839"/>
              <a:gd name="connsiteY42" fmla="*/ 2831122 h 2851475"/>
              <a:gd name="connsiteX43" fmla="*/ 1080066 w 3881839"/>
              <a:gd name="connsiteY43" fmla="*/ 2792451 h 2851475"/>
              <a:gd name="connsiteX44" fmla="*/ 918244 w 3881839"/>
              <a:gd name="connsiteY44" fmla="*/ 2743603 h 2851475"/>
              <a:gd name="connsiteX45" fmla="*/ 767712 w 3881839"/>
              <a:gd name="connsiteY45" fmla="*/ 2684579 h 2851475"/>
              <a:gd name="connsiteX46" fmla="*/ 628471 w 3881839"/>
              <a:gd name="connsiteY46" fmla="*/ 2607237 h 2851475"/>
              <a:gd name="connsiteX47" fmla="*/ 496755 w 3881839"/>
              <a:gd name="connsiteY47" fmla="*/ 2521754 h 2851475"/>
              <a:gd name="connsiteX48" fmla="*/ 381975 w 3881839"/>
              <a:gd name="connsiteY48" fmla="*/ 2424059 h 2851475"/>
              <a:gd name="connsiteX49" fmla="*/ 276602 w 3881839"/>
              <a:gd name="connsiteY49" fmla="*/ 2314152 h 2851475"/>
              <a:gd name="connsiteX50" fmla="*/ 186283 w 3881839"/>
              <a:gd name="connsiteY50" fmla="*/ 2189998 h 2851475"/>
              <a:gd name="connsiteX51" fmla="*/ 111017 w 3881839"/>
              <a:gd name="connsiteY51" fmla="*/ 2059738 h 2851475"/>
              <a:gd name="connsiteX52" fmla="*/ 54568 w 3881839"/>
              <a:gd name="connsiteY52" fmla="*/ 1919301 h 2851475"/>
              <a:gd name="connsiteX53" fmla="*/ 35752 w 3881839"/>
              <a:gd name="connsiteY53" fmla="*/ 1848065 h 2851475"/>
              <a:gd name="connsiteX54" fmla="*/ 20698 w 3881839"/>
              <a:gd name="connsiteY54" fmla="*/ 1772759 h 2851475"/>
              <a:gd name="connsiteX55" fmla="*/ 5645 w 3881839"/>
              <a:gd name="connsiteY55" fmla="*/ 1691346 h 2851475"/>
              <a:gd name="connsiteX56" fmla="*/ 0 w 3881839"/>
              <a:gd name="connsiteY56" fmla="*/ 1609934 h 2851475"/>
              <a:gd name="connsiteX57" fmla="*/ 0 w 3881839"/>
              <a:gd name="connsiteY57" fmla="*/ 1528521 h 2851475"/>
              <a:gd name="connsiteX58" fmla="*/ 9408 w 3881839"/>
              <a:gd name="connsiteY58" fmla="*/ 1441003 h 2851475"/>
              <a:gd name="connsiteX59" fmla="*/ 20698 w 3881839"/>
              <a:gd name="connsiteY59" fmla="*/ 1355519 h 2851475"/>
              <a:gd name="connsiteX60" fmla="*/ 39515 w 3881839"/>
              <a:gd name="connsiteY60" fmla="*/ 1268001 h 2851475"/>
              <a:gd name="connsiteX61" fmla="*/ 90319 w 3881839"/>
              <a:gd name="connsiteY61" fmla="*/ 1094999 h 2851475"/>
              <a:gd name="connsiteX62" fmla="*/ 159940 w 3881839"/>
              <a:gd name="connsiteY62" fmla="*/ 938280 h 2851475"/>
              <a:gd name="connsiteX63" fmla="*/ 240851 w 3881839"/>
              <a:gd name="connsiteY63" fmla="*/ 795808 h 2851475"/>
              <a:gd name="connsiteX64" fmla="*/ 340578 w 3881839"/>
              <a:gd name="connsiteY64" fmla="*/ 665548 h 2851475"/>
              <a:gd name="connsiteX65" fmla="*/ 451596 w 3881839"/>
              <a:gd name="connsiteY65" fmla="*/ 551570 h 2851475"/>
              <a:gd name="connsiteX66" fmla="*/ 572021 w 3881839"/>
              <a:gd name="connsiteY66" fmla="*/ 449805 h 2851475"/>
              <a:gd name="connsiteX67" fmla="*/ 703736 w 3881839"/>
              <a:gd name="connsiteY67" fmla="*/ 356180 h 2851475"/>
              <a:gd name="connsiteX68" fmla="*/ 839215 w 3881839"/>
              <a:gd name="connsiteY68" fmla="*/ 274768 h 2851475"/>
              <a:gd name="connsiteX69" fmla="*/ 978457 w 3881839"/>
              <a:gd name="connsiteY69" fmla="*/ 209637 h 2851475"/>
              <a:gd name="connsiteX70" fmla="*/ 1125225 w 3881839"/>
              <a:gd name="connsiteY70" fmla="*/ 150613 h 2851475"/>
              <a:gd name="connsiteX71" fmla="*/ 1270112 w 3881839"/>
              <a:gd name="connsiteY71" fmla="*/ 101766 h 2851475"/>
              <a:gd name="connsiteX72" fmla="*/ 1411236 w 3881839"/>
              <a:gd name="connsiteY72" fmla="*/ 63095 h 2851475"/>
              <a:gd name="connsiteX73" fmla="*/ 1556123 w 3881839"/>
              <a:gd name="connsiteY73" fmla="*/ 36636 h 2851475"/>
              <a:gd name="connsiteX74" fmla="*/ 1691601 w 3881839"/>
              <a:gd name="connsiteY74" fmla="*/ 16283 h 2851475"/>
              <a:gd name="connsiteX75" fmla="*/ 1827080 w 3881839"/>
              <a:gd name="connsiteY75" fmla="*/ 4071 h 285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81839" h="2851475">
                <a:moveTo>
                  <a:pt x="1947505" y="0"/>
                </a:moveTo>
                <a:lnTo>
                  <a:pt x="2079221" y="4071"/>
                </a:lnTo>
                <a:lnTo>
                  <a:pt x="2218462" y="10177"/>
                </a:lnTo>
                <a:lnTo>
                  <a:pt x="2365231" y="26459"/>
                </a:lnTo>
                <a:lnTo>
                  <a:pt x="2525171" y="48848"/>
                </a:lnTo>
                <a:lnTo>
                  <a:pt x="2686993" y="79377"/>
                </a:lnTo>
                <a:lnTo>
                  <a:pt x="2846933" y="118048"/>
                </a:lnTo>
                <a:lnTo>
                  <a:pt x="3006873" y="173002"/>
                </a:lnTo>
                <a:lnTo>
                  <a:pt x="3163050" y="232026"/>
                </a:lnTo>
                <a:lnTo>
                  <a:pt x="3307936" y="307333"/>
                </a:lnTo>
                <a:lnTo>
                  <a:pt x="3443415" y="394851"/>
                </a:lnTo>
                <a:lnTo>
                  <a:pt x="3569486" y="498652"/>
                </a:lnTo>
                <a:lnTo>
                  <a:pt x="3674858" y="612630"/>
                </a:lnTo>
                <a:lnTo>
                  <a:pt x="3720017" y="677760"/>
                </a:lnTo>
                <a:lnTo>
                  <a:pt x="3761414" y="746960"/>
                </a:lnTo>
                <a:lnTo>
                  <a:pt x="3795283" y="818196"/>
                </a:lnTo>
                <a:lnTo>
                  <a:pt x="3825390" y="893503"/>
                </a:lnTo>
                <a:lnTo>
                  <a:pt x="3851733" y="981021"/>
                </a:lnTo>
                <a:lnTo>
                  <a:pt x="3866786" y="1062434"/>
                </a:lnTo>
                <a:lnTo>
                  <a:pt x="3876194" y="1154023"/>
                </a:lnTo>
                <a:lnTo>
                  <a:pt x="3881839" y="1251718"/>
                </a:lnTo>
                <a:lnTo>
                  <a:pt x="3870549" y="1343307"/>
                </a:lnTo>
                <a:lnTo>
                  <a:pt x="3851733" y="1436932"/>
                </a:lnTo>
                <a:lnTo>
                  <a:pt x="3825390" y="1522415"/>
                </a:lnTo>
                <a:lnTo>
                  <a:pt x="3795283" y="1609934"/>
                </a:lnTo>
                <a:lnTo>
                  <a:pt x="3761414" y="1697452"/>
                </a:lnTo>
                <a:lnTo>
                  <a:pt x="3720017" y="1778865"/>
                </a:lnTo>
                <a:lnTo>
                  <a:pt x="3671094" y="1854171"/>
                </a:lnTo>
                <a:lnTo>
                  <a:pt x="3620290" y="1929478"/>
                </a:lnTo>
                <a:lnTo>
                  <a:pt x="3499864" y="2069915"/>
                </a:lnTo>
                <a:lnTo>
                  <a:pt x="3364386" y="2206281"/>
                </a:lnTo>
                <a:lnTo>
                  <a:pt x="3213854" y="2326364"/>
                </a:lnTo>
                <a:lnTo>
                  <a:pt x="3052032" y="2434236"/>
                </a:lnTo>
                <a:lnTo>
                  <a:pt x="2877039" y="2525825"/>
                </a:lnTo>
                <a:lnTo>
                  <a:pt x="2696401" y="2613343"/>
                </a:lnTo>
                <a:lnTo>
                  <a:pt x="2510118" y="2684579"/>
                </a:lnTo>
                <a:lnTo>
                  <a:pt x="2320072" y="2743603"/>
                </a:lnTo>
                <a:lnTo>
                  <a:pt x="2133788" y="2792451"/>
                </a:lnTo>
                <a:lnTo>
                  <a:pt x="1943742" y="2825016"/>
                </a:lnTo>
                <a:lnTo>
                  <a:pt x="1763104" y="2847404"/>
                </a:lnTo>
                <a:lnTo>
                  <a:pt x="1582466" y="2851475"/>
                </a:lnTo>
                <a:lnTo>
                  <a:pt x="1411236" y="2847404"/>
                </a:lnTo>
                <a:lnTo>
                  <a:pt x="1240006" y="2831122"/>
                </a:lnTo>
                <a:lnTo>
                  <a:pt x="1080066" y="2792451"/>
                </a:lnTo>
                <a:lnTo>
                  <a:pt x="918244" y="2743603"/>
                </a:lnTo>
                <a:lnTo>
                  <a:pt x="767712" y="2684579"/>
                </a:lnTo>
                <a:lnTo>
                  <a:pt x="628471" y="2607237"/>
                </a:lnTo>
                <a:lnTo>
                  <a:pt x="496755" y="2521754"/>
                </a:lnTo>
                <a:lnTo>
                  <a:pt x="381975" y="2424059"/>
                </a:lnTo>
                <a:lnTo>
                  <a:pt x="276602" y="2314152"/>
                </a:lnTo>
                <a:lnTo>
                  <a:pt x="186283" y="2189998"/>
                </a:lnTo>
                <a:lnTo>
                  <a:pt x="111017" y="2059738"/>
                </a:lnTo>
                <a:lnTo>
                  <a:pt x="54568" y="1919301"/>
                </a:lnTo>
                <a:lnTo>
                  <a:pt x="35752" y="1848065"/>
                </a:lnTo>
                <a:lnTo>
                  <a:pt x="20698" y="1772759"/>
                </a:lnTo>
                <a:lnTo>
                  <a:pt x="5645" y="1691346"/>
                </a:lnTo>
                <a:lnTo>
                  <a:pt x="0" y="1609934"/>
                </a:lnTo>
                <a:lnTo>
                  <a:pt x="0" y="1528521"/>
                </a:lnTo>
                <a:lnTo>
                  <a:pt x="9408" y="1441003"/>
                </a:lnTo>
                <a:lnTo>
                  <a:pt x="20698" y="1355519"/>
                </a:lnTo>
                <a:lnTo>
                  <a:pt x="39515" y="1268001"/>
                </a:lnTo>
                <a:lnTo>
                  <a:pt x="90319" y="1094999"/>
                </a:lnTo>
                <a:lnTo>
                  <a:pt x="159940" y="938280"/>
                </a:lnTo>
                <a:lnTo>
                  <a:pt x="240851" y="795808"/>
                </a:lnTo>
                <a:lnTo>
                  <a:pt x="340578" y="665548"/>
                </a:lnTo>
                <a:lnTo>
                  <a:pt x="451596" y="551570"/>
                </a:lnTo>
                <a:lnTo>
                  <a:pt x="572021" y="449805"/>
                </a:lnTo>
                <a:lnTo>
                  <a:pt x="703736" y="356180"/>
                </a:lnTo>
                <a:lnTo>
                  <a:pt x="839215" y="274768"/>
                </a:lnTo>
                <a:lnTo>
                  <a:pt x="978457" y="209637"/>
                </a:lnTo>
                <a:lnTo>
                  <a:pt x="1125225" y="150613"/>
                </a:lnTo>
                <a:lnTo>
                  <a:pt x="1270112" y="101766"/>
                </a:lnTo>
                <a:lnTo>
                  <a:pt x="1411236" y="63095"/>
                </a:lnTo>
                <a:lnTo>
                  <a:pt x="1556123" y="36636"/>
                </a:lnTo>
                <a:lnTo>
                  <a:pt x="1691601" y="16283"/>
                </a:lnTo>
                <a:lnTo>
                  <a:pt x="1827080" y="4071"/>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colony tree</a:t>
            </a:r>
          </a:p>
        </p:txBody>
      </p:sp>
      <p:sp>
        <p:nvSpPr>
          <p:cNvPr id="7" name="Text Placeholder 6">
            <a:extLst>
              <a:ext uri="{FF2B5EF4-FFF2-40B4-BE49-F238E27FC236}">
                <a16:creationId xmlns:a16="http://schemas.microsoft.com/office/drawing/2014/main" id="{0CD626C9-ABA8-4D44-A611-C2D8E0BB87A2}"/>
              </a:ext>
            </a:extLst>
          </p:cNvPr>
          <p:cNvSpPr>
            <a:spLocks noGrp="1"/>
          </p:cNvSpPr>
          <p:nvPr>
            <p:ph type="body" sz="quarter" idx="18" hasCustomPrompt="1"/>
          </p:nvPr>
        </p:nvSpPr>
        <p:spPr>
          <a:xfrm>
            <a:off x="2947892" y="2697163"/>
            <a:ext cx="1482916" cy="320675"/>
          </a:xfrm>
        </p:spPr>
        <p:txBody>
          <a:bodyPr/>
          <a:lstStyle>
            <a:lvl1pPr marL="0" indent="0" algn="ctr">
              <a:buNone/>
              <a:defRPr sz="1600"/>
            </a:lvl1pPr>
          </a:lstStyle>
          <a:p>
            <a:pPr lvl="0"/>
            <a:r>
              <a:rPr lang="en-US" noProof="0"/>
              <a:t>Caption</a:t>
            </a:r>
          </a:p>
        </p:txBody>
      </p:sp>
      <p:sp>
        <p:nvSpPr>
          <p:cNvPr id="38" name="Text Placeholder 6">
            <a:extLst>
              <a:ext uri="{FF2B5EF4-FFF2-40B4-BE49-F238E27FC236}">
                <a16:creationId xmlns:a16="http://schemas.microsoft.com/office/drawing/2014/main" id="{53570E39-001F-4786-9E8E-0BD4D32189FE}"/>
              </a:ext>
            </a:extLst>
          </p:cNvPr>
          <p:cNvSpPr>
            <a:spLocks noGrp="1"/>
          </p:cNvSpPr>
          <p:nvPr>
            <p:ph type="body" sz="quarter" idx="19" hasCustomPrompt="1"/>
          </p:nvPr>
        </p:nvSpPr>
        <p:spPr>
          <a:xfrm>
            <a:off x="5389641" y="4227810"/>
            <a:ext cx="1482916" cy="320675"/>
          </a:xfrm>
        </p:spPr>
        <p:txBody>
          <a:bodyPr/>
          <a:lstStyle>
            <a:lvl1pPr marL="0" indent="0" algn="ctr">
              <a:buNone/>
              <a:defRPr sz="1600"/>
            </a:lvl1pPr>
          </a:lstStyle>
          <a:p>
            <a:pPr lvl="0"/>
            <a:r>
              <a:rPr lang="en-US" noProof="0"/>
              <a:t>Caption</a:t>
            </a:r>
          </a:p>
        </p:txBody>
      </p:sp>
      <p:sp>
        <p:nvSpPr>
          <p:cNvPr id="39" name="Text Placeholder 6">
            <a:extLst>
              <a:ext uri="{FF2B5EF4-FFF2-40B4-BE49-F238E27FC236}">
                <a16:creationId xmlns:a16="http://schemas.microsoft.com/office/drawing/2014/main" id="{A65B1D66-0C8D-478A-92E1-090A20AB1B9B}"/>
              </a:ext>
            </a:extLst>
          </p:cNvPr>
          <p:cNvSpPr>
            <a:spLocks noGrp="1"/>
          </p:cNvSpPr>
          <p:nvPr>
            <p:ph type="body" sz="quarter" idx="20" hasCustomPrompt="1"/>
          </p:nvPr>
        </p:nvSpPr>
        <p:spPr>
          <a:xfrm>
            <a:off x="7521862" y="3760414"/>
            <a:ext cx="1482916" cy="320675"/>
          </a:xfrm>
        </p:spPr>
        <p:txBody>
          <a:bodyPr/>
          <a:lstStyle>
            <a:lvl1pPr marL="0" indent="0" algn="r">
              <a:buNone/>
              <a:defRPr sz="1600"/>
            </a:lvl1pPr>
          </a:lstStyle>
          <a:p>
            <a:pPr lvl="0"/>
            <a:r>
              <a:rPr lang="en-US" noProof="0"/>
              <a:t>Caption</a:t>
            </a:r>
          </a:p>
        </p:txBody>
      </p:sp>
      <p:sp>
        <p:nvSpPr>
          <p:cNvPr id="40" name="Text Placeholder 6">
            <a:extLst>
              <a:ext uri="{FF2B5EF4-FFF2-40B4-BE49-F238E27FC236}">
                <a16:creationId xmlns:a16="http://schemas.microsoft.com/office/drawing/2014/main" id="{36887A15-7708-487E-8970-C03AC543C97B}"/>
              </a:ext>
            </a:extLst>
          </p:cNvPr>
          <p:cNvSpPr>
            <a:spLocks noGrp="1"/>
          </p:cNvSpPr>
          <p:nvPr>
            <p:ph type="body" sz="quarter" idx="21" hasCustomPrompt="1"/>
          </p:nvPr>
        </p:nvSpPr>
        <p:spPr>
          <a:xfrm>
            <a:off x="9304941" y="5672658"/>
            <a:ext cx="1482916" cy="320675"/>
          </a:xfrm>
        </p:spPr>
        <p:txBody>
          <a:bodyPr/>
          <a:lstStyle>
            <a:lvl1pPr marL="0" indent="0" algn="ctr">
              <a:buNone/>
              <a:defRPr sz="1600"/>
            </a:lvl1pPr>
          </a:lstStyle>
          <a:p>
            <a:pPr lvl="0"/>
            <a:r>
              <a:rPr lang="en-US" noProof="0"/>
              <a:t>Caption</a:t>
            </a:r>
          </a:p>
        </p:txBody>
      </p:sp>
      <p:sp>
        <p:nvSpPr>
          <p:cNvPr id="41" name="Text Placeholder 6">
            <a:extLst>
              <a:ext uri="{FF2B5EF4-FFF2-40B4-BE49-F238E27FC236}">
                <a16:creationId xmlns:a16="http://schemas.microsoft.com/office/drawing/2014/main" id="{7FFE2697-2CBC-40EB-901A-E5DDFECDE410}"/>
              </a:ext>
            </a:extLst>
          </p:cNvPr>
          <p:cNvSpPr>
            <a:spLocks noGrp="1"/>
          </p:cNvSpPr>
          <p:nvPr>
            <p:ph type="body" sz="quarter" idx="22" hasCustomPrompt="1"/>
          </p:nvPr>
        </p:nvSpPr>
        <p:spPr>
          <a:xfrm>
            <a:off x="6911784" y="6438660"/>
            <a:ext cx="1482916" cy="320675"/>
          </a:xfrm>
        </p:spPr>
        <p:txBody>
          <a:bodyPr/>
          <a:lstStyle>
            <a:lvl1pPr marL="0" indent="0" algn="ctr">
              <a:buNone/>
              <a:defRPr sz="1600"/>
            </a:lvl1pPr>
          </a:lstStyle>
          <a:p>
            <a:pPr lvl="0"/>
            <a:r>
              <a:rPr lang="en-US" noProof="0"/>
              <a:t>Caption</a:t>
            </a:r>
          </a:p>
        </p:txBody>
      </p:sp>
    </p:spTree>
    <p:extLst>
      <p:ext uri="{BB962C8B-B14F-4D97-AF65-F5344CB8AC3E}">
        <p14:creationId xmlns:p14="http://schemas.microsoft.com/office/powerpoint/2010/main" val="2928751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12" name="Freeform 5">
            <a:extLst>
              <a:ext uri="{FF2B5EF4-FFF2-40B4-BE49-F238E27FC236}">
                <a16:creationId xmlns:a16="http://schemas.microsoft.com/office/drawing/2014/main" id="{CACE694D-BAD8-4C0D-AFE9-67ABD7124C9E}"/>
              </a:ext>
            </a:extLst>
          </p:cNvPr>
          <p:cNvSpPr>
            <a:spLocks/>
          </p:cNvSpPr>
          <p:nvPr userDrawn="1"/>
        </p:nvSpPr>
        <p:spPr bwMode="auto">
          <a:xfrm>
            <a:off x="1194325" y="1536901"/>
            <a:ext cx="6831013" cy="4641850"/>
          </a:xfrm>
          <a:custGeom>
            <a:avLst/>
            <a:gdLst>
              <a:gd name="T0" fmla="*/ 22 w 4303"/>
              <a:gd name="T1" fmla="*/ 1534 h 2924"/>
              <a:gd name="T2" fmla="*/ 0 w 4303"/>
              <a:gd name="T3" fmla="*/ 1356 h 2924"/>
              <a:gd name="T4" fmla="*/ 6 w 4303"/>
              <a:gd name="T5" fmla="*/ 1189 h 2924"/>
              <a:gd name="T6" fmla="*/ 39 w 4303"/>
              <a:gd name="T7" fmla="*/ 1028 h 2924"/>
              <a:gd name="T8" fmla="*/ 122 w 4303"/>
              <a:gd name="T9" fmla="*/ 811 h 2924"/>
              <a:gd name="T10" fmla="*/ 306 w 4303"/>
              <a:gd name="T11" fmla="*/ 550 h 2924"/>
              <a:gd name="T12" fmla="*/ 551 w 4303"/>
              <a:gd name="T13" fmla="*/ 339 h 2924"/>
              <a:gd name="T14" fmla="*/ 852 w 4303"/>
              <a:gd name="T15" fmla="*/ 172 h 2924"/>
              <a:gd name="T16" fmla="*/ 1197 w 4303"/>
              <a:gd name="T17" fmla="*/ 61 h 2924"/>
              <a:gd name="T18" fmla="*/ 1564 w 4303"/>
              <a:gd name="T19" fmla="*/ 5 h 2924"/>
              <a:gd name="T20" fmla="*/ 1954 w 4303"/>
              <a:gd name="T21" fmla="*/ 5 h 2924"/>
              <a:gd name="T22" fmla="*/ 2366 w 4303"/>
              <a:gd name="T23" fmla="*/ 61 h 2924"/>
              <a:gd name="T24" fmla="*/ 2783 w 4303"/>
              <a:gd name="T25" fmla="*/ 172 h 2924"/>
              <a:gd name="T26" fmla="*/ 3190 w 4303"/>
              <a:gd name="T27" fmla="*/ 333 h 2924"/>
              <a:gd name="T28" fmla="*/ 3563 w 4303"/>
              <a:gd name="T29" fmla="*/ 539 h 2924"/>
              <a:gd name="T30" fmla="*/ 3880 w 4303"/>
              <a:gd name="T31" fmla="*/ 800 h 2924"/>
              <a:gd name="T32" fmla="*/ 4069 w 4303"/>
              <a:gd name="T33" fmla="*/ 1023 h 2924"/>
              <a:gd name="T34" fmla="*/ 4169 w 4303"/>
              <a:gd name="T35" fmla="*/ 1184 h 2924"/>
              <a:gd name="T36" fmla="*/ 4242 w 4303"/>
              <a:gd name="T37" fmla="*/ 1362 h 2924"/>
              <a:gd name="T38" fmla="*/ 4292 w 4303"/>
              <a:gd name="T39" fmla="*/ 1545 h 2924"/>
              <a:gd name="T40" fmla="*/ 4297 w 4303"/>
              <a:gd name="T41" fmla="*/ 1740 h 2924"/>
              <a:gd name="T42" fmla="*/ 4270 w 4303"/>
              <a:gd name="T43" fmla="*/ 1918 h 2924"/>
              <a:gd name="T44" fmla="*/ 4208 w 4303"/>
              <a:gd name="T45" fmla="*/ 2084 h 2924"/>
              <a:gd name="T46" fmla="*/ 4125 w 4303"/>
              <a:gd name="T47" fmla="*/ 2229 h 2924"/>
              <a:gd name="T48" fmla="*/ 3958 w 4303"/>
              <a:gd name="T49" fmla="*/ 2413 h 2924"/>
              <a:gd name="T50" fmla="*/ 3668 w 4303"/>
              <a:gd name="T51" fmla="*/ 2607 h 2924"/>
              <a:gd name="T52" fmla="*/ 3334 w 4303"/>
              <a:gd name="T53" fmla="*/ 2746 h 2924"/>
              <a:gd name="T54" fmla="*/ 2978 w 4303"/>
              <a:gd name="T55" fmla="*/ 2841 h 2924"/>
              <a:gd name="T56" fmla="*/ 2622 w 4303"/>
              <a:gd name="T57" fmla="*/ 2896 h 2924"/>
              <a:gd name="T58" fmla="*/ 2305 w 4303"/>
              <a:gd name="T59" fmla="*/ 2918 h 2924"/>
              <a:gd name="T60" fmla="*/ 2026 w 4303"/>
              <a:gd name="T61" fmla="*/ 2918 h 2924"/>
              <a:gd name="T62" fmla="*/ 1726 w 4303"/>
              <a:gd name="T63" fmla="*/ 2885 h 2924"/>
              <a:gd name="T64" fmla="*/ 1408 w 4303"/>
              <a:gd name="T65" fmla="*/ 2818 h 2924"/>
              <a:gd name="T66" fmla="*/ 1085 w 4303"/>
              <a:gd name="T67" fmla="*/ 2707 h 2924"/>
              <a:gd name="T68" fmla="*/ 779 w 4303"/>
              <a:gd name="T69" fmla="*/ 2557 h 2924"/>
              <a:gd name="T70" fmla="*/ 501 w 4303"/>
              <a:gd name="T71" fmla="*/ 2357 h 2924"/>
              <a:gd name="T72" fmla="*/ 267 w 4303"/>
              <a:gd name="T73" fmla="*/ 2107 h 2924"/>
              <a:gd name="T74" fmla="*/ 100 w 4303"/>
              <a:gd name="T75" fmla="*/ 1801 h 2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303" h="2924">
                <a:moveTo>
                  <a:pt x="45" y="1623"/>
                </a:moveTo>
                <a:lnTo>
                  <a:pt x="22" y="1534"/>
                </a:lnTo>
                <a:lnTo>
                  <a:pt x="11" y="1445"/>
                </a:lnTo>
                <a:lnTo>
                  <a:pt x="0" y="1356"/>
                </a:lnTo>
                <a:lnTo>
                  <a:pt x="0" y="1273"/>
                </a:lnTo>
                <a:lnTo>
                  <a:pt x="6" y="1189"/>
                </a:lnTo>
                <a:lnTo>
                  <a:pt x="22" y="1106"/>
                </a:lnTo>
                <a:lnTo>
                  <a:pt x="39" y="1028"/>
                </a:lnTo>
                <a:lnTo>
                  <a:pt x="61" y="956"/>
                </a:lnTo>
                <a:lnTo>
                  <a:pt x="122" y="811"/>
                </a:lnTo>
                <a:lnTo>
                  <a:pt x="206" y="678"/>
                </a:lnTo>
                <a:lnTo>
                  <a:pt x="306" y="550"/>
                </a:lnTo>
                <a:lnTo>
                  <a:pt x="423" y="439"/>
                </a:lnTo>
                <a:lnTo>
                  <a:pt x="551" y="339"/>
                </a:lnTo>
                <a:lnTo>
                  <a:pt x="696" y="250"/>
                </a:lnTo>
                <a:lnTo>
                  <a:pt x="852" y="172"/>
                </a:lnTo>
                <a:lnTo>
                  <a:pt x="1019" y="111"/>
                </a:lnTo>
                <a:lnTo>
                  <a:pt x="1197" y="61"/>
                </a:lnTo>
                <a:lnTo>
                  <a:pt x="1375" y="22"/>
                </a:lnTo>
                <a:lnTo>
                  <a:pt x="1564" y="5"/>
                </a:lnTo>
                <a:lnTo>
                  <a:pt x="1753" y="0"/>
                </a:lnTo>
                <a:lnTo>
                  <a:pt x="1954" y="5"/>
                </a:lnTo>
                <a:lnTo>
                  <a:pt x="2154" y="27"/>
                </a:lnTo>
                <a:lnTo>
                  <a:pt x="2366" y="61"/>
                </a:lnTo>
                <a:lnTo>
                  <a:pt x="2572" y="111"/>
                </a:lnTo>
                <a:lnTo>
                  <a:pt x="2783" y="172"/>
                </a:lnTo>
                <a:lnTo>
                  <a:pt x="2989" y="244"/>
                </a:lnTo>
                <a:lnTo>
                  <a:pt x="3190" y="333"/>
                </a:lnTo>
                <a:lnTo>
                  <a:pt x="3385" y="428"/>
                </a:lnTo>
                <a:lnTo>
                  <a:pt x="3563" y="539"/>
                </a:lnTo>
                <a:lnTo>
                  <a:pt x="3730" y="661"/>
                </a:lnTo>
                <a:lnTo>
                  <a:pt x="3880" y="800"/>
                </a:lnTo>
                <a:lnTo>
                  <a:pt x="4014" y="945"/>
                </a:lnTo>
                <a:lnTo>
                  <a:pt x="4069" y="1023"/>
                </a:lnTo>
                <a:lnTo>
                  <a:pt x="4125" y="1100"/>
                </a:lnTo>
                <a:lnTo>
                  <a:pt x="4169" y="1184"/>
                </a:lnTo>
                <a:lnTo>
                  <a:pt x="4208" y="1273"/>
                </a:lnTo>
                <a:lnTo>
                  <a:pt x="4242" y="1362"/>
                </a:lnTo>
                <a:lnTo>
                  <a:pt x="4270" y="1451"/>
                </a:lnTo>
                <a:lnTo>
                  <a:pt x="4292" y="1545"/>
                </a:lnTo>
                <a:lnTo>
                  <a:pt x="4303" y="1640"/>
                </a:lnTo>
                <a:lnTo>
                  <a:pt x="4297" y="1740"/>
                </a:lnTo>
                <a:lnTo>
                  <a:pt x="4286" y="1834"/>
                </a:lnTo>
                <a:lnTo>
                  <a:pt x="4270" y="1918"/>
                </a:lnTo>
                <a:lnTo>
                  <a:pt x="4242" y="2007"/>
                </a:lnTo>
                <a:lnTo>
                  <a:pt x="4208" y="2084"/>
                </a:lnTo>
                <a:lnTo>
                  <a:pt x="4169" y="2157"/>
                </a:lnTo>
                <a:lnTo>
                  <a:pt x="4125" y="2229"/>
                </a:lnTo>
                <a:lnTo>
                  <a:pt x="4075" y="2296"/>
                </a:lnTo>
                <a:lnTo>
                  <a:pt x="3958" y="2413"/>
                </a:lnTo>
                <a:lnTo>
                  <a:pt x="3819" y="2518"/>
                </a:lnTo>
                <a:lnTo>
                  <a:pt x="3668" y="2607"/>
                </a:lnTo>
                <a:lnTo>
                  <a:pt x="3507" y="2685"/>
                </a:lnTo>
                <a:lnTo>
                  <a:pt x="3334" y="2746"/>
                </a:lnTo>
                <a:lnTo>
                  <a:pt x="3156" y="2802"/>
                </a:lnTo>
                <a:lnTo>
                  <a:pt x="2978" y="2841"/>
                </a:lnTo>
                <a:lnTo>
                  <a:pt x="2800" y="2874"/>
                </a:lnTo>
                <a:lnTo>
                  <a:pt x="2622" y="2896"/>
                </a:lnTo>
                <a:lnTo>
                  <a:pt x="2460" y="2913"/>
                </a:lnTo>
                <a:lnTo>
                  <a:pt x="2305" y="2918"/>
                </a:lnTo>
                <a:lnTo>
                  <a:pt x="2160" y="2924"/>
                </a:lnTo>
                <a:lnTo>
                  <a:pt x="2026" y="2918"/>
                </a:lnTo>
                <a:lnTo>
                  <a:pt x="1876" y="2907"/>
                </a:lnTo>
                <a:lnTo>
                  <a:pt x="1726" y="2885"/>
                </a:lnTo>
                <a:lnTo>
                  <a:pt x="1564" y="2857"/>
                </a:lnTo>
                <a:lnTo>
                  <a:pt x="1408" y="2818"/>
                </a:lnTo>
                <a:lnTo>
                  <a:pt x="1247" y="2768"/>
                </a:lnTo>
                <a:lnTo>
                  <a:pt x="1085" y="2707"/>
                </a:lnTo>
                <a:lnTo>
                  <a:pt x="930" y="2640"/>
                </a:lnTo>
                <a:lnTo>
                  <a:pt x="779" y="2557"/>
                </a:lnTo>
                <a:lnTo>
                  <a:pt x="635" y="2463"/>
                </a:lnTo>
                <a:lnTo>
                  <a:pt x="501" y="2357"/>
                </a:lnTo>
                <a:lnTo>
                  <a:pt x="379" y="2240"/>
                </a:lnTo>
                <a:lnTo>
                  <a:pt x="267" y="2107"/>
                </a:lnTo>
                <a:lnTo>
                  <a:pt x="178" y="1962"/>
                </a:lnTo>
                <a:lnTo>
                  <a:pt x="100" y="1801"/>
                </a:lnTo>
                <a:lnTo>
                  <a:pt x="45" y="1623"/>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p:cNvSpPr>
            <a:spLocks noGrp="1"/>
          </p:cNvSpPr>
          <p:nvPr>
            <p:ph type="ctrTitle"/>
          </p:nvPr>
        </p:nvSpPr>
        <p:spPr>
          <a:xfrm>
            <a:off x="1678922" y="2954315"/>
            <a:ext cx="5566700" cy="1675949"/>
          </a:xfrm>
        </p:spPr>
        <p:txBody>
          <a:bodyPr bIns="0" anchor="ctr">
            <a:noAutofit/>
          </a:bodyPr>
          <a:lstStyle>
            <a:lvl1pPr algn="ctr">
              <a:lnSpc>
                <a:spcPct val="80000"/>
              </a:lnSpc>
              <a:defRPr sz="4000" spc="-150">
                <a:solidFill>
                  <a:schemeClr val="tx1"/>
                </a:solidFill>
              </a:defRPr>
            </a:lvl1pPr>
          </a:lstStyle>
          <a:p>
            <a:r>
              <a:rPr lang="en-US" noProof="0"/>
              <a:t>Click to edit Master title style</a:t>
            </a:r>
          </a:p>
        </p:txBody>
      </p:sp>
      <p:sp>
        <p:nvSpPr>
          <p:cNvPr id="11" name="AutoShape 3">
            <a:extLst>
              <a:ext uri="{FF2B5EF4-FFF2-40B4-BE49-F238E27FC236}">
                <a16:creationId xmlns:a16="http://schemas.microsoft.com/office/drawing/2014/main" id="{02FDAB33-915E-4BD4-A13F-8FD4F0F1565D}"/>
              </a:ext>
            </a:extLst>
          </p:cNvPr>
          <p:cNvSpPr>
            <a:spLocks noChangeAspect="1" noChangeArrowheads="1" noTextEdit="1"/>
          </p:cNvSpPr>
          <p:nvPr userDrawn="1"/>
        </p:nvSpPr>
        <p:spPr bwMode="auto">
          <a:xfrm>
            <a:off x="4976748" y="3964146"/>
            <a:ext cx="6831013"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p>
        </p:txBody>
      </p:sp>
      <p:sp>
        <p:nvSpPr>
          <p:cNvPr id="37" name="Freeform: Shape 36">
            <a:extLst>
              <a:ext uri="{FF2B5EF4-FFF2-40B4-BE49-F238E27FC236}">
                <a16:creationId xmlns:a16="http://schemas.microsoft.com/office/drawing/2014/main" id="{D19DC10D-AC77-4943-9096-2598F5878C12}"/>
              </a:ext>
            </a:extLst>
          </p:cNvPr>
          <p:cNvSpPr/>
          <p:nvPr userDrawn="1"/>
        </p:nvSpPr>
        <p:spPr>
          <a:xfrm>
            <a:off x="527465" y="-6705"/>
            <a:ext cx="11168286" cy="6847184"/>
          </a:xfrm>
          <a:custGeom>
            <a:avLst/>
            <a:gdLst>
              <a:gd name="connsiteX0" fmla="*/ 3449748 w 11168286"/>
              <a:gd name="connsiteY0" fmla="*/ 1543606 h 6847184"/>
              <a:gd name="connsiteX1" fmla="*/ 3149710 w 11168286"/>
              <a:gd name="connsiteY1" fmla="*/ 1551544 h 6847184"/>
              <a:gd name="connsiteX2" fmla="*/ 2849673 w 11168286"/>
              <a:gd name="connsiteY2" fmla="*/ 1578531 h 6847184"/>
              <a:gd name="connsiteX3" fmla="*/ 2567097 w 11168286"/>
              <a:gd name="connsiteY3" fmla="*/ 1640444 h 6847184"/>
              <a:gd name="connsiteX4" fmla="*/ 2284523 w 11168286"/>
              <a:gd name="connsiteY4" fmla="*/ 1719819 h 6847184"/>
              <a:gd name="connsiteX5" fmla="*/ 2019410 w 11168286"/>
              <a:gd name="connsiteY5" fmla="*/ 1816656 h 6847184"/>
              <a:gd name="connsiteX6" fmla="*/ 1771760 w 11168286"/>
              <a:gd name="connsiteY6" fmla="*/ 1940481 h 6847184"/>
              <a:gd name="connsiteX7" fmla="*/ 1541573 w 11168286"/>
              <a:gd name="connsiteY7" fmla="*/ 2081769 h 6847184"/>
              <a:gd name="connsiteX8" fmla="*/ 1338373 w 11168286"/>
              <a:gd name="connsiteY8" fmla="*/ 2240519 h 6847184"/>
              <a:gd name="connsiteX9" fmla="*/ 1152635 w 11168286"/>
              <a:gd name="connsiteY9" fmla="*/ 2416731 h 6847184"/>
              <a:gd name="connsiteX10" fmla="*/ 993885 w 11168286"/>
              <a:gd name="connsiteY10" fmla="*/ 2619931 h 6847184"/>
              <a:gd name="connsiteX11" fmla="*/ 860535 w 11168286"/>
              <a:gd name="connsiteY11" fmla="*/ 2831069 h 6847184"/>
              <a:gd name="connsiteX12" fmla="*/ 763698 w 11168286"/>
              <a:gd name="connsiteY12" fmla="*/ 3061256 h 6847184"/>
              <a:gd name="connsiteX13" fmla="*/ 728773 w 11168286"/>
              <a:gd name="connsiteY13" fmla="*/ 3175556 h 6847184"/>
              <a:gd name="connsiteX14" fmla="*/ 701785 w 11168286"/>
              <a:gd name="connsiteY14" fmla="*/ 3299381 h 6847184"/>
              <a:gd name="connsiteX15" fmla="*/ 676385 w 11168286"/>
              <a:gd name="connsiteY15" fmla="*/ 3431144 h 6847184"/>
              <a:gd name="connsiteX16" fmla="*/ 666860 w 11168286"/>
              <a:gd name="connsiteY16" fmla="*/ 3564494 h 6847184"/>
              <a:gd name="connsiteX17" fmla="*/ 666860 w 11168286"/>
              <a:gd name="connsiteY17" fmla="*/ 3696256 h 6847184"/>
              <a:gd name="connsiteX18" fmla="*/ 684323 w 11168286"/>
              <a:gd name="connsiteY18" fmla="*/ 3837544 h 6847184"/>
              <a:gd name="connsiteX19" fmla="*/ 701785 w 11168286"/>
              <a:gd name="connsiteY19" fmla="*/ 3978831 h 6847184"/>
              <a:gd name="connsiteX20" fmla="*/ 738298 w 11168286"/>
              <a:gd name="connsiteY20" fmla="*/ 4120119 h 6847184"/>
              <a:gd name="connsiteX21" fmla="*/ 825610 w 11168286"/>
              <a:gd name="connsiteY21" fmla="*/ 4402694 h 6847184"/>
              <a:gd name="connsiteX22" fmla="*/ 949435 w 11168286"/>
              <a:gd name="connsiteY22" fmla="*/ 4658281 h 6847184"/>
              <a:gd name="connsiteX23" fmla="*/ 1090723 w 11168286"/>
              <a:gd name="connsiteY23" fmla="*/ 4888469 h 6847184"/>
              <a:gd name="connsiteX24" fmla="*/ 1268523 w 11168286"/>
              <a:gd name="connsiteY24" fmla="*/ 5099606 h 6847184"/>
              <a:gd name="connsiteX25" fmla="*/ 1462198 w 11168286"/>
              <a:gd name="connsiteY25" fmla="*/ 5285344 h 6847184"/>
              <a:gd name="connsiteX26" fmla="*/ 1674923 w 11168286"/>
              <a:gd name="connsiteY26" fmla="*/ 5453619 h 6847184"/>
              <a:gd name="connsiteX27" fmla="*/ 1903522 w 11168286"/>
              <a:gd name="connsiteY27" fmla="*/ 5602844 h 6847184"/>
              <a:gd name="connsiteX28" fmla="*/ 2143235 w 11168286"/>
              <a:gd name="connsiteY28" fmla="*/ 5734606 h 6847184"/>
              <a:gd name="connsiteX29" fmla="*/ 2389298 w 11168286"/>
              <a:gd name="connsiteY29" fmla="*/ 5840969 h 6847184"/>
              <a:gd name="connsiteX30" fmla="*/ 2646473 w 11168286"/>
              <a:gd name="connsiteY30" fmla="*/ 5937806 h 6847184"/>
              <a:gd name="connsiteX31" fmla="*/ 2902060 w 11168286"/>
              <a:gd name="connsiteY31" fmla="*/ 6017181 h 6847184"/>
              <a:gd name="connsiteX32" fmla="*/ 3149710 w 11168286"/>
              <a:gd name="connsiteY32" fmla="*/ 6079094 h 6847184"/>
              <a:gd name="connsiteX33" fmla="*/ 3406885 w 11168286"/>
              <a:gd name="connsiteY33" fmla="*/ 6123544 h 6847184"/>
              <a:gd name="connsiteX34" fmla="*/ 3645010 w 11168286"/>
              <a:gd name="connsiteY34" fmla="*/ 6158469 h 6847184"/>
              <a:gd name="connsiteX35" fmla="*/ 3883135 w 11168286"/>
              <a:gd name="connsiteY35" fmla="*/ 6175931 h 6847184"/>
              <a:gd name="connsiteX36" fmla="*/ 4095861 w 11168286"/>
              <a:gd name="connsiteY36" fmla="*/ 6185456 h 6847184"/>
              <a:gd name="connsiteX37" fmla="*/ 4326048 w 11168286"/>
              <a:gd name="connsiteY37" fmla="*/ 6175931 h 6847184"/>
              <a:gd name="connsiteX38" fmla="*/ 4572111 w 11168286"/>
              <a:gd name="connsiteY38" fmla="*/ 6167994 h 6847184"/>
              <a:gd name="connsiteX39" fmla="*/ 4829285 w 11168286"/>
              <a:gd name="connsiteY39" fmla="*/ 6141006 h 6847184"/>
              <a:gd name="connsiteX40" fmla="*/ 5111860 w 11168286"/>
              <a:gd name="connsiteY40" fmla="*/ 6106081 h 6847184"/>
              <a:gd name="connsiteX41" fmla="*/ 5394435 w 11168286"/>
              <a:gd name="connsiteY41" fmla="*/ 6053694 h 6847184"/>
              <a:gd name="connsiteX42" fmla="*/ 5677010 w 11168286"/>
              <a:gd name="connsiteY42" fmla="*/ 5991781 h 6847184"/>
              <a:gd name="connsiteX43" fmla="*/ 5959585 w 11168286"/>
              <a:gd name="connsiteY43" fmla="*/ 5902881 h 6847184"/>
              <a:gd name="connsiteX44" fmla="*/ 6234223 w 11168286"/>
              <a:gd name="connsiteY44" fmla="*/ 5806044 h 6847184"/>
              <a:gd name="connsiteX45" fmla="*/ 6489810 w 11168286"/>
              <a:gd name="connsiteY45" fmla="*/ 5682219 h 6847184"/>
              <a:gd name="connsiteX46" fmla="*/ 6729523 w 11168286"/>
              <a:gd name="connsiteY46" fmla="*/ 5540931 h 6847184"/>
              <a:gd name="connsiteX47" fmla="*/ 6950185 w 11168286"/>
              <a:gd name="connsiteY47" fmla="*/ 5374244 h 6847184"/>
              <a:gd name="connsiteX48" fmla="*/ 7135923 w 11168286"/>
              <a:gd name="connsiteY48" fmla="*/ 5188506 h 6847184"/>
              <a:gd name="connsiteX49" fmla="*/ 7215298 w 11168286"/>
              <a:gd name="connsiteY49" fmla="*/ 5082144 h 6847184"/>
              <a:gd name="connsiteX50" fmla="*/ 7285148 w 11168286"/>
              <a:gd name="connsiteY50" fmla="*/ 4967844 h 6847184"/>
              <a:gd name="connsiteX51" fmla="*/ 7347060 w 11168286"/>
              <a:gd name="connsiteY51" fmla="*/ 4851956 h 6847184"/>
              <a:gd name="connsiteX52" fmla="*/ 7401035 w 11168286"/>
              <a:gd name="connsiteY52" fmla="*/ 4729719 h 6847184"/>
              <a:gd name="connsiteX53" fmla="*/ 7445485 w 11168286"/>
              <a:gd name="connsiteY53" fmla="*/ 4588431 h 6847184"/>
              <a:gd name="connsiteX54" fmla="*/ 7470885 w 11168286"/>
              <a:gd name="connsiteY54" fmla="*/ 4455081 h 6847184"/>
              <a:gd name="connsiteX55" fmla="*/ 7488348 w 11168286"/>
              <a:gd name="connsiteY55" fmla="*/ 4305856 h 6847184"/>
              <a:gd name="connsiteX56" fmla="*/ 7497873 w 11168286"/>
              <a:gd name="connsiteY56" fmla="*/ 4147106 h 6847184"/>
              <a:gd name="connsiteX57" fmla="*/ 7480410 w 11168286"/>
              <a:gd name="connsiteY57" fmla="*/ 3996294 h 6847184"/>
              <a:gd name="connsiteX58" fmla="*/ 7445485 w 11168286"/>
              <a:gd name="connsiteY58" fmla="*/ 3847069 h 6847184"/>
              <a:gd name="connsiteX59" fmla="*/ 7401035 w 11168286"/>
              <a:gd name="connsiteY59" fmla="*/ 3705781 h 6847184"/>
              <a:gd name="connsiteX60" fmla="*/ 7347060 w 11168286"/>
              <a:gd name="connsiteY60" fmla="*/ 3564494 h 6847184"/>
              <a:gd name="connsiteX61" fmla="*/ 7285148 w 11168286"/>
              <a:gd name="connsiteY61" fmla="*/ 3423206 h 6847184"/>
              <a:gd name="connsiteX62" fmla="*/ 7215298 w 11168286"/>
              <a:gd name="connsiteY62" fmla="*/ 3289856 h 6847184"/>
              <a:gd name="connsiteX63" fmla="*/ 7126398 w 11168286"/>
              <a:gd name="connsiteY63" fmla="*/ 3167619 h 6847184"/>
              <a:gd name="connsiteX64" fmla="*/ 7039085 w 11168286"/>
              <a:gd name="connsiteY64" fmla="*/ 3043794 h 6847184"/>
              <a:gd name="connsiteX65" fmla="*/ 6826360 w 11168286"/>
              <a:gd name="connsiteY65" fmla="*/ 2813606 h 6847184"/>
              <a:gd name="connsiteX66" fmla="*/ 6588235 w 11168286"/>
              <a:gd name="connsiteY66" fmla="*/ 2592944 h 6847184"/>
              <a:gd name="connsiteX67" fmla="*/ 6323123 w 11168286"/>
              <a:gd name="connsiteY67" fmla="*/ 2399269 h 6847184"/>
              <a:gd name="connsiteX68" fmla="*/ 6040548 w 11168286"/>
              <a:gd name="connsiteY68" fmla="*/ 2223056 h 6847184"/>
              <a:gd name="connsiteX69" fmla="*/ 5730985 w 11168286"/>
              <a:gd name="connsiteY69" fmla="*/ 2072244 h 6847184"/>
              <a:gd name="connsiteX70" fmla="*/ 5411899 w 11168286"/>
              <a:gd name="connsiteY70" fmla="*/ 1930956 h 6847184"/>
              <a:gd name="connsiteX71" fmla="*/ 5084873 w 11168286"/>
              <a:gd name="connsiteY71" fmla="*/ 1816656 h 6847184"/>
              <a:gd name="connsiteX72" fmla="*/ 4749910 w 11168286"/>
              <a:gd name="connsiteY72" fmla="*/ 1719819 h 6847184"/>
              <a:gd name="connsiteX73" fmla="*/ 4422885 w 11168286"/>
              <a:gd name="connsiteY73" fmla="*/ 1640444 h 6847184"/>
              <a:gd name="connsiteX74" fmla="*/ 4086335 w 11168286"/>
              <a:gd name="connsiteY74" fmla="*/ 1586469 h 6847184"/>
              <a:gd name="connsiteX75" fmla="*/ 3768835 w 11168286"/>
              <a:gd name="connsiteY75" fmla="*/ 1551544 h 6847184"/>
              <a:gd name="connsiteX76" fmla="*/ 3384196 w 11168286"/>
              <a:gd name="connsiteY76" fmla="*/ 0 h 6847184"/>
              <a:gd name="connsiteX77" fmla="*/ 9353938 w 11168286"/>
              <a:gd name="connsiteY77" fmla="*/ 0 h 6847184"/>
              <a:gd name="connsiteX78" fmla="*/ 9361842 w 11168286"/>
              <a:gd name="connsiteY78" fmla="*/ 3952 h 6847184"/>
              <a:gd name="connsiteX79" fmla="*/ 9738185 w 11168286"/>
              <a:gd name="connsiteY79" fmla="*/ 234949 h 6847184"/>
              <a:gd name="connsiteX80" fmla="*/ 10070404 w 11168286"/>
              <a:gd name="connsiteY80" fmla="*/ 494495 h 6847184"/>
              <a:gd name="connsiteX81" fmla="*/ 10374074 w 11168286"/>
              <a:gd name="connsiteY81" fmla="*/ 782592 h 6847184"/>
              <a:gd name="connsiteX82" fmla="*/ 10633620 w 11168286"/>
              <a:gd name="connsiteY82" fmla="*/ 1114811 h 6847184"/>
              <a:gd name="connsiteX83" fmla="*/ 10851639 w 11168286"/>
              <a:gd name="connsiteY83" fmla="*/ 1460008 h 6847184"/>
              <a:gd name="connsiteX84" fmla="*/ 11009963 w 11168286"/>
              <a:gd name="connsiteY84" fmla="*/ 1836350 h 6847184"/>
              <a:gd name="connsiteX85" fmla="*/ 11067063 w 11168286"/>
              <a:gd name="connsiteY85" fmla="*/ 2023224 h 6847184"/>
              <a:gd name="connsiteX86" fmla="*/ 11111186 w 11168286"/>
              <a:gd name="connsiteY86" fmla="*/ 2225670 h 6847184"/>
              <a:gd name="connsiteX87" fmla="*/ 11152713 w 11168286"/>
              <a:gd name="connsiteY87" fmla="*/ 2441094 h 6847184"/>
              <a:gd name="connsiteX88" fmla="*/ 11168286 w 11168286"/>
              <a:gd name="connsiteY88" fmla="*/ 2659113 h 6847184"/>
              <a:gd name="connsiteX89" fmla="*/ 11168286 w 11168286"/>
              <a:gd name="connsiteY89" fmla="*/ 2874537 h 6847184"/>
              <a:gd name="connsiteX90" fmla="*/ 11139736 w 11168286"/>
              <a:gd name="connsiteY90" fmla="*/ 3105533 h 6847184"/>
              <a:gd name="connsiteX91" fmla="*/ 11111186 w 11168286"/>
              <a:gd name="connsiteY91" fmla="*/ 3336529 h 6847184"/>
              <a:gd name="connsiteX92" fmla="*/ 11051490 w 11168286"/>
              <a:gd name="connsiteY92" fmla="*/ 3567526 h 6847184"/>
              <a:gd name="connsiteX93" fmla="*/ 10908739 w 11168286"/>
              <a:gd name="connsiteY93" fmla="*/ 4029518 h 6847184"/>
              <a:gd name="connsiteX94" fmla="*/ 10706293 w 11168286"/>
              <a:gd name="connsiteY94" fmla="*/ 4447388 h 6847184"/>
              <a:gd name="connsiteX95" fmla="*/ 10475297 w 11168286"/>
              <a:gd name="connsiteY95" fmla="*/ 4823731 h 6847184"/>
              <a:gd name="connsiteX96" fmla="*/ 10184605 w 11168286"/>
              <a:gd name="connsiteY96" fmla="*/ 5168927 h 6847184"/>
              <a:gd name="connsiteX97" fmla="*/ 9867958 w 11168286"/>
              <a:gd name="connsiteY97" fmla="*/ 5472597 h 6847184"/>
              <a:gd name="connsiteX98" fmla="*/ 9520166 w 11168286"/>
              <a:gd name="connsiteY98" fmla="*/ 5747716 h 6847184"/>
              <a:gd name="connsiteX99" fmla="*/ 9146419 w 11168286"/>
              <a:gd name="connsiteY99" fmla="*/ 5991690 h 6847184"/>
              <a:gd name="connsiteX100" fmla="*/ 8754503 w 11168286"/>
              <a:gd name="connsiteY100" fmla="*/ 6207113 h 6847184"/>
              <a:gd name="connsiteX101" fmla="*/ 8352207 w 11168286"/>
              <a:gd name="connsiteY101" fmla="*/ 6381009 h 6847184"/>
              <a:gd name="connsiteX102" fmla="*/ 7931741 w 11168286"/>
              <a:gd name="connsiteY102" fmla="*/ 6539333 h 6847184"/>
              <a:gd name="connsiteX103" fmla="*/ 7513871 w 11168286"/>
              <a:gd name="connsiteY103" fmla="*/ 6669106 h 6847184"/>
              <a:gd name="connsiteX104" fmla="*/ 7108979 w 11168286"/>
              <a:gd name="connsiteY104" fmla="*/ 6770329 h 6847184"/>
              <a:gd name="connsiteX105" fmla="*/ 6688513 w 11168286"/>
              <a:gd name="connsiteY105" fmla="*/ 6843002 h 6847184"/>
              <a:gd name="connsiteX106" fmla="*/ 6660000 w 11168286"/>
              <a:gd name="connsiteY106" fmla="*/ 6847184 h 6847184"/>
              <a:gd name="connsiteX107" fmla="*/ 4165817 w 11168286"/>
              <a:gd name="connsiteY107" fmla="*/ 6847184 h 6847184"/>
              <a:gd name="connsiteX108" fmla="*/ 3900984 w 11168286"/>
              <a:gd name="connsiteY108" fmla="*/ 6814452 h 6847184"/>
              <a:gd name="connsiteX109" fmla="*/ 3438991 w 11168286"/>
              <a:gd name="connsiteY109" fmla="*/ 6728802 h 6847184"/>
              <a:gd name="connsiteX110" fmla="*/ 2976998 w 11168286"/>
              <a:gd name="connsiteY110" fmla="*/ 6627579 h 6847184"/>
              <a:gd name="connsiteX111" fmla="*/ 2515006 w 11168286"/>
              <a:gd name="connsiteY111" fmla="*/ 6482233 h 6847184"/>
              <a:gd name="connsiteX112" fmla="*/ 2065990 w 11168286"/>
              <a:gd name="connsiteY112" fmla="*/ 6323909 h 6847184"/>
              <a:gd name="connsiteX113" fmla="*/ 1648120 w 11168286"/>
              <a:gd name="connsiteY113" fmla="*/ 6121463 h 6847184"/>
              <a:gd name="connsiteX114" fmla="*/ 1256205 w 11168286"/>
              <a:gd name="connsiteY114" fmla="*/ 5890467 h 6847184"/>
              <a:gd name="connsiteX115" fmla="*/ 895435 w 11168286"/>
              <a:gd name="connsiteY115" fmla="*/ 5617943 h 6847184"/>
              <a:gd name="connsiteX116" fmla="*/ 591766 w 11168286"/>
              <a:gd name="connsiteY116" fmla="*/ 5314273 h 6847184"/>
              <a:gd name="connsiteX117" fmla="*/ 461993 w 11168286"/>
              <a:gd name="connsiteY117" fmla="*/ 5140377 h 6847184"/>
              <a:gd name="connsiteX118" fmla="*/ 347792 w 11168286"/>
              <a:gd name="connsiteY118" fmla="*/ 4953504 h 6847184"/>
              <a:gd name="connsiteX119" fmla="*/ 246569 w 11168286"/>
              <a:gd name="connsiteY119" fmla="*/ 4764035 h 6847184"/>
              <a:gd name="connsiteX120" fmla="*/ 158323 w 11168286"/>
              <a:gd name="connsiteY120" fmla="*/ 4564184 h 6847184"/>
              <a:gd name="connsiteX121" fmla="*/ 85650 w 11168286"/>
              <a:gd name="connsiteY121" fmla="*/ 4333188 h 6847184"/>
              <a:gd name="connsiteX122" fmla="*/ 44123 w 11168286"/>
              <a:gd name="connsiteY122" fmla="*/ 4115169 h 6847184"/>
              <a:gd name="connsiteX123" fmla="*/ 15573 w 11168286"/>
              <a:gd name="connsiteY123" fmla="*/ 3871195 h 6847184"/>
              <a:gd name="connsiteX124" fmla="*/ 0 w 11168286"/>
              <a:gd name="connsiteY124" fmla="*/ 3611648 h 6847184"/>
              <a:gd name="connsiteX125" fmla="*/ 28550 w 11168286"/>
              <a:gd name="connsiteY125" fmla="*/ 3365079 h 6847184"/>
              <a:gd name="connsiteX126" fmla="*/ 85650 w 11168286"/>
              <a:gd name="connsiteY126" fmla="*/ 3121106 h 6847184"/>
              <a:gd name="connsiteX127" fmla="*/ 158323 w 11168286"/>
              <a:gd name="connsiteY127" fmla="*/ 2890109 h 6847184"/>
              <a:gd name="connsiteX128" fmla="*/ 246569 w 11168286"/>
              <a:gd name="connsiteY128" fmla="*/ 2659113 h 6847184"/>
              <a:gd name="connsiteX129" fmla="*/ 347792 w 11168286"/>
              <a:gd name="connsiteY129" fmla="*/ 2428116 h 6847184"/>
              <a:gd name="connsiteX130" fmla="*/ 461993 w 11168286"/>
              <a:gd name="connsiteY130" fmla="*/ 2210097 h 6847184"/>
              <a:gd name="connsiteX131" fmla="*/ 607339 w 11168286"/>
              <a:gd name="connsiteY131" fmla="*/ 2010247 h 6847184"/>
              <a:gd name="connsiteX132" fmla="*/ 750089 w 11168286"/>
              <a:gd name="connsiteY132" fmla="*/ 1807800 h 6847184"/>
              <a:gd name="connsiteX133" fmla="*/ 1097882 w 11168286"/>
              <a:gd name="connsiteY133" fmla="*/ 1431458 h 6847184"/>
              <a:gd name="connsiteX134" fmla="*/ 1487201 w 11168286"/>
              <a:gd name="connsiteY134" fmla="*/ 1070688 h 6847184"/>
              <a:gd name="connsiteX135" fmla="*/ 1920644 w 11168286"/>
              <a:gd name="connsiteY135" fmla="*/ 754042 h 6847184"/>
              <a:gd name="connsiteX136" fmla="*/ 2382637 w 11168286"/>
              <a:gd name="connsiteY136" fmla="*/ 465945 h 6847184"/>
              <a:gd name="connsiteX137" fmla="*/ 2888753 w 11168286"/>
              <a:gd name="connsiteY137" fmla="*/ 219376 h 684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11168286" h="6847184">
                <a:moveTo>
                  <a:pt x="3449748" y="1543606"/>
                </a:moveTo>
                <a:lnTo>
                  <a:pt x="3149710" y="1551544"/>
                </a:lnTo>
                <a:lnTo>
                  <a:pt x="2849673" y="1578531"/>
                </a:lnTo>
                <a:lnTo>
                  <a:pt x="2567097" y="1640444"/>
                </a:lnTo>
                <a:lnTo>
                  <a:pt x="2284523" y="1719819"/>
                </a:lnTo>
                <a:lnTo>
                  <a:pt x="2019410" y="1816656"/>
                </a:lnTo>
                <a:lnTo>
                  <a:pt x="1771760" y="1940481"/>
                </a:lnTo>
                <a:lnTo>
                  <a:pt x="1541573" y="2081769"/>
                </a:lnTo>
                <a:lnTo>
                  <a:pt x="1338373" y="2240519"/>
                </a:lnTo>
                <a:lnTo>
                  <a:pt x="1152635" y="2416731"/>
                </a:lnTo>
                <a:lnTo>
                  <a:pt x="993885" y="2619931"/>
                </a:lnTo>
                <a:lnTo>
                  <a:pt x="860535" y="2831069"/>
                </a:lnTo>
                <a:lnTo>
                  <a:pt x="763698" y="3061256"/>
                </a:lnTo>
                <a:lnTo>
                  <a:pt x="728773" y="3175556"/>
                </a:lnTo>
                <a:lnTo>
                  <a:pt x="701785" y="3299381"/>
                </a:lnTo>
                <a:lnTo>
                  <a:pt x="676385" y="3431144"/>
                </a:lnTo>
                <a:lnTo>
                  <a:pt x="666860" y="3564494"/>
                </a:lnTo>
                <a:lnTo>
                  <a:pt x="666860" y="3696256"/>
                </a:lnTo>
                <a:lnTo>
                  <a:pt x="684323" y="3837544"/>
                </a:lnTo>
                <a:lnTo>
                  <a:pt x="701785" y="3978831"/>
                </a:lnTo>
                <a:lnTo>
                  <a:pt x="738298" y="4120119"/>
                </a:lnTo>
                <a:lnTo>
                  <a:pt x="825610" y="4402694"/>
                </a:lnTo>
                <a:lnTo>
                  <a:pt x="949435" y="4658281"/>
                </a:lnTo>
                <a:lnTo>
                  <a:pt x="1090723" y="4888469"/>
                </a:lnTo>
                <a:lnTo>
                  <a:pt x="1268523" y="5099606"/>
                </a:lnTo>
                <a:lnTo>
                  <a:pt x="1462198" y="5285344"/>
                </a:lnTo>
                <a:lnTo>
                  <a:pt x="1674923" y="5453619"/>
                </a:lnTo>
                <a:lnTo>
                  <a:pt x="1903522" y="5602844"/>
                </a:lnTo>
                <a:lnTo>
                  <a:pt x="2143235" y="5734606"/>
                </a:lnTo>
                <a:lnTo>
                  <a:pt x="2389298" y="5840969"/>
                </a:lnTo>
                <a:lnTo>
                  <a:pt x="2646473" y="5937806"/>
                </a:lnTo>
                <a:lnTo>
                  <a:pt x="2902060" y="6017181"/>
                </a:lnTo>
                <a:lnTo>
                  <a:pt x="3149710" y="6079094"/>
                </a:lnTo>
                <a:lnTo>
                  <a:pt x="3406885" y="6123544"/>
                </a:lnTo>
                <a:lnTo>
                  <a:pt x="3645010" y="6158469"/>
                </a:lnTo>
                <a:lnTo>
                  <a:pt x="3883135" y="6175931"/>
                </a:lnTo>
                <a:lnTo>
                  <a:pt x="4095861" y="6185456"/>
                </a:lnTo>
                <a:lnTo>
                  <a:pt x="4326048" y="6175931"/>
                </a:lnTo>
                <a:lnTo>
                  <a:pt x="4572111" y="6167994"/>
                </a:lnTo>
                <a:lnTo>
                  <a:pt x="4829285" y="6141006"/>
                </a:lnTo>
                <a:lnTo>
                  <a:pt x="5111860" y="6106081"/>
                </a:lnTo>
                <a:lnTo>
                  <a:pt x="5394435" y="6053694"/>
                </a:lnTo>
                <a:lnTo>
                  <a:pt x="5677010" y="5991781"/>
                </a:lnTo>
                <a:lnTo>
                  <a:pt x="5959585" y="5902881"/>
                </a:lnTo>
                <a:lnTo>
                  <a:pt x="6234223" y="5806044"/>
                </a:lnTo>
                <a:lnTo>
                  <a:pt x="6489810" y="5682219"/>
                </a:lnTo>
                <a:lnTo>
                  <a:pt x="6729523" y="5540931"/>
                </a:lnTo>
                <a:lnTo>
                  <a:pt x="6950185" y="5374244"/>
                </a:lnTo>
                <a:lnTo>
                  <a:pt x="7135923" y="5188506"/>
                </a:lnTo>
                <a:lnTo>
                  <a:pt x="7215298" y="5082144"/>
                </a:lnTo>
                <a:lnTo>
                  <a:pt x="7285148" y="4967844"/>
                </a:lnTo>
                <a:lnTo>
                  <a:pt x="7347060" y="4851956"/>
                </a:lnTo>
                <a:lnTo>
                  <a:pt x="7401035" y="4729719"/>
                </a:lnTo>
                <a:lnTo>
                  <a:pt x="7445485" y="4588431"/>
                </a:lnTo>
                <a:lnTo>
                  <a:pt x="7470885" y="4455081"/>
                </a:lnTo>
                <a:lnTo>
                  <a:pt x="7488348" y="4305856"/>
                </a:lnTo>
                <a:lnTo>
                  <a:pt x="7497873" y="4147106"/>
                </a:lnTo>
                <a:lnTo>
                  <a:pt x="7480410" y="3996294"/>
                </a:lnTo>
                <a:lnTo>
                  <a:pt x="7445485" y="3847069"/>
                </a:lnTo>
                <a:lnTo>
                  <a:pt x="7401035" y="3705781"/>
                </a:lnTo>
                <a:lnTo>
                  <a:pt x="7347060" y="3564494"/>
                </a:lnTo>
                <a:lnTo>
                  <a:pt x="7285148" y="3423206"/>
                </a:lnTo>
                <a:lnTo>
                  <a:pt x="7215298" y="3289856"/>
                </a:lnTo>
                <a:lnTo>
                  <a:pt x="7126398" y="3167619"/>
                </a:lnTo>
                <a:lnTo>
                  <a:pt x="7039085" y="3043794"/>
                </a:lnTo>
                <a:lnTo>
                  <a:pt x="6826360" y="2813606"/>
                </a:lnTo>
                <a:lnTo>
                  <a:pt x="6588235" y="2592944"/>
                </a:lnTo>
                <a:lnTo>
                  <a:pt x="6323123" y="2399269"/>
                </a:lnTo>
                <a:lnTo>
                  <a:pt x="6040548" y="2223056"/>
                </a:lnTo>
                <a:lnTo>
                  <a:pt x="5730985" y="2072244"/>
                </a:lnTo>
                <a:lnTo>
                  <a:pt x="5411899" y="1930956"/>
                </a:lnTo>
                <a:lnTo>
                  <a:pt x="5084873" y="1816656"/>
                </a:lnTo>
                <a:lnTo>
                  <a:pt x="4749910" y="1719819"/>
                </a:lnTo>
                <a:lnTo>
                  <a:pt x="4422885" y="1640444"/>
                </a:lnTo>
                <a:lnTo>
                  <a:pt x="4086335" y="1586469"/>
                </a:lnTo>
                <a:lnTo>
                  <a:pt x="3768835" y="1551544"/>
                </a:lnTo>
                <a:close/>
                <a:moveTo>
                  <a:pt x="3384196" y="0"/>
                </a:moveTo>
                <a:lnTo>
                  <a:pt x="9353938" y="0"/>
                </a:lnTo>
                <a:lnTo>
                  <a:pt x="9361842" y="3952"/>
                </a:lnTo>
                <a:lnTo>
                  <a:pt x="9738185" y="234949"/>
                </a:lnTo>
                <a:lnTo>
                  <a:pt x="10070404" y="494495"/>
                </a:lnTo>
                <a:lnTo>
                  <a:pt x="10374074" y="782592"/>
                </a:lnTo>
                <a:lnTo>
                  <a:pt x="10633620" y="1114811"/>
                </a:lnTo>
                <a:lnTo>
                  <a:pt x="10851639" y="1460008"/>
                </a:lnTo>
                <a:lnTo>
                  <a:pt x="11009963" y="1836350"/>
                </a:lnTo>
                <a:lnTo>
                  <a:pt x="11067063" y="2023224"/>
                </a:lnTo>
                <a:lnTo>
                  <a:pt x="11111186" y="2225670"/>
                </a:lnTo>
                <a:lnTo>
                  <a:pt x="11152713" y="2441094"/>
                </a:lnTo>
                <a:lnTo>
                  <a:pt x="11168286" y="2659113"/>
                </a:lnTo>
                <a:lnTo>
                  <a:pt x="11168286" y="2874537"/>
                </a:lnTo>
                <a:lnTo>
                  <a:pt x="11139736" y="3105533"/>
                </a:lnTo>
                <a:lnTo>
                  <a:pt x="11111186" y="3336529"/>
                </a:lnTo>
                <a:lnTo>
                  <a:pt x="11051490" y="3567526"/>
                </a:lnTo>
                <a:lnTo>
                  <a:pt x="10908739" y="4029518"/>
                </a:lnTo>
                <a:lnTo>
                  <a:pt x="10706293" y="4447388"/>
                </a:lnTo>
                <a:lnTo>
                  <a:pt x="10475297" y="4823731"/>
                </a:lnTo>
                <a:lnTo>
                  <a:pt x="10184605" y="5168927"/>
                </a:lnTo>
                <a:lnTo>
                  <a:pt x="9867958" y="5472597"/>
                </a:lnTo>
                <a:lnTo>
                  <a:pt x="9520166" y="5747716"/>
                </a:lnTo>
                <a:lnTo>
                  <a:pt x="9146419" y="5991690"/>
                </a:lnTo>
                <a:lnTo>
                  <a:pt x="8754503" y="6207113"/>
                </a:lnTo>
                <a:lnTo>
                  <a:pt x="8352207" y="6381009"/>
                </a:lnTo>
                <a:lnTo>
                  <a:pt x="7931741" y="6539333"/>
                </a:lnTo>
                <a:lnTo>
                  <a:pt x="7513871" y="6669106"/>
                </a:lnTo>
                <a:lnTo>
                  <a:pt x="7108979" y="6770329"/>
                </a:lnTo>
                <a:lnTo>
                  <a:pt x="6688513" y="6843002"/>
                </a:lnTo>
                <a:lnTo>
                  <a:pt x="6660000" y="6847184"/>
                </a:lnTo>
                <a:lnTo>
                  <a:pt x="4165817" y="6847184"/>
                </a:lnTo>
                <a:lnTo>
                  <a:pt x="3900984" y="6814452"/>
                </a:lnTo>
                <a:lnTo>
                  <a:pt x="3438991" y="6728802"/>
                </a:lnTo>
                <a:lnTo>
                  <a:pt x="2976998" y="6627579"/>
                </a:lnTo>
                <a:lnTo>
                  <a:pt x="2515006" y="6482233"/>
                </a:lnTo>
                <a:lnTo>
                  <a:pt x="2065990" y="6323909"/>
                </a:lnTo>
                <a:lnTo>
                  <a:pt x="1648120" y="6121463"/>
                </a:lnTo>
                <a:lnTo>
                  <a:pt x="1256205" y="5890467"/>
                </a:lnTo>
                <a:lnTo>
                  <a:pt x="895435" y="5617943"/>
                </a:lnTo>
                <a:lnTo>
                  <a:pt x="591766" y="5314273"/>
                </a:lnTo>
                <a:lnTo>
                  <a:pt x="461993" y="5140377"/>
                </a:lnTo>
                <a:lnTo>
                  <a:pt x="347792" y="4953504"/>
                </a:lnTo>
                <a:lnTo>
                  <a:pt x="246569" y="4764035"/>
                </a:lnTo>
                <a:lnTo>
                  <a:pt x="158323" y="4564184"/>
                </a:lnTo>
                <a:lnTo>
                  <a:pt x="85650" y="4333188"/>
                </a:lnTo>
                <a:lnTo>
                  <a:pt x="44123" y="4115169"/>
                </a:lnTo>
                <a:lnTo>
                  <a:pt x="15573" y="3871195"/>
                </a:lnTo>
                <a:lnTo>
                  <a:pt x="0" y="3611648"/>
                </a:lnTo>
                <a:lnTo>
                  <a:pt x="28550" y="3365079"/>
                </a:lnTo>
                <a:lnTo>
                  <a:pt x="85650" y="3121106"/>
                </a:lnTo>
                <a:lnTo>
                  <a:pt x="158323" y="2890109"/>
                </a:lnTo>
                <a:lnTo>
                  <a:pt x="246569" y="2659113"/>
                </a:lnTo>
                <a:lnTo>
                  <a:pt x="347792" y="2428116"/>
                </a:lnTo>
                <a:lnTo>
                  <a:pt x="461993" y="2210097"/>
                </a:lnTo>
                <a:lnTo>
                  <a:pt x="607339" y="2010247"/>
                </a:lnTo>
                <a:lnTo>
                  <a:pt x="750089" y="1807800"/>
                </a:lnTo>
                <a:lnTo>
                  <a:pt x="1097882" y="1431458"/>
                </a:lnTo>
                <a:lnTo>
                  <a:pt x="1487201" y="1070688"/>
                </a:lnTo>
                <a:lnTo>
                  <a:pt x="1920644" y="754042"/>
                </a:lnTo>
                <a:lnTo>
                  <a:pt x="2382637" y="465945"/>
                </a:lnTo>
                <a:lnTo>
                  <a:pt x="2888753" y="219376"/>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Subtitle 2"/>
          <p:cNvSpPr>
            <a:spLocks noGrp="1"/>
          </p:cNvSpPr>
          <p:nvPr>
            <p:ph type="subTitle" idx="1"/>
          </p:nvPr>
        </p:nvSpPr>
        <p:spPr>
          <a:xfrm>
            <a:off x="8063328" y="1631728"/>
            <a:ext cx="3198812" cy="1322587"/>
          </a:xfrm>
        </p:spPr>
        <p:txBody>
          <a:bodyPr tIns="0">
            <a:noAutofit/>
          </a:bodyPr>
          <a:lstStyle>
            <a:lvl1pPr marL="0" indent="0" algn="ctr">
              <a:lnSpc>
                <a:spcPct val="100000"/>
              </a:lnSpc>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F90A2B57-AC62-4574-AC7D-7953A169D2FB}" type="datetimeFigureOut">
              <a:rPr lang="en-US" noProof="0" smtClean="0"/>
              <a:t>7/8/2025</a:t>
            </a:fld>
            <a:endParaRPr lang="en-US" noProof="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noProof="0"/>
          </a:p>
        </p:txBody>
      </p:sp>
      <p:sp>
        <p:nvSpPr>
          <p:cNvPr id="6" name="Slide Number Placeholder 5"/>
          <p:cNvSpPr>
            <a:spLocks noGrp="1"/>
          </p:cNvSpPr>
          <p:nvPr>
            <p:ph type="sldNum" sz="quarter" idx="12"/>
          </p:nvPr>
        </p:nvSpPr>
        <p:spPr>
          <a:xfrm>
            <a:off x="10469880" y="320040"/>
            <a:ext cx="914400" cy="320040"/>
          </a:xfrm>
        </p:spPr>
        <p:txBody>
          <a:bodyPr/>
          <a:lstStyle/>
          <a:p>
            <a:fld id="{A204E297-2C47-40A4-842B-FD18E4874900}" type="slidenum">
              <a:rPr lang="en-US" noProof="0" smtClean="0"/>
              <a:t>‹#›</a:t>
            </a:fld>
            <a:endParaRPr lang="en-US" noProof="0"/>
          </a:p>
        </p:txBody>
      </p:sp>
    </p:spTree>
    <p:extLst>
      <p:ext uri="{BB962C8B-B14F-4D97-AF65-F5344CB8AC3E}">
        <p14:creationId xmlns:p14="http://schemas.microsoft.com/office/powerpoint/2010/main" val="267057967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1" name="Content Placeholder 2">
            <a:extLst>
              <a:ext uri="{FF2B5EF4-FFF2-40B4-BE49-F238E27FC236}">
                <a16:creationId xmlns:a16="http://schemas.microsoft.com/office/drawing/2014/main" id="{E62201C3-EEF2-4D1D-B8AB-52AA59DD67A4}"/>
              </a:ext>
            </a:extLst>
          </p:cNvPr>
          <p:cNvSpPr>
            <a:spLocks noGrp="1"/>
          </p:cNvSpPr>
          <p:nvPr>
            <p:ph sz="half" idx="1"/>
          </p:nvPr>
        </p:nvSpPr>
        <p:spPr>
          <a:xfrm>
            <a:off x="800894" y="2445636"/>
            <a:ext cx="4536846" cy="358051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 name="Content Placeholder 3">
            <a:extLst>
              <a:ext uri="{FF2B5EF4-FFF2-40B4-BE49-F238E27FC236}">
                <a16:creationId xmlns:a16="http://schemas.microsoft.com/office/drawing/2014/main" id="{33663903-41DD-413B-AB8C-9F42D238C61E}"/>
              </a:ext>
            </a:extLst>
          </p:cNvPr>
          <p:cNvSpPr>
            <a:spLocks noGrp="1"/>
          </p:cNvSpPr>
          <p:nvPr>
            <p:ph sz="half" idx="13"/>
          </p:nvPr>
        </p:nvSpPr>
        <p:spPr>
          <a:xfrm>
            <a:off x="5460530" y="2445636"/>
            <a:ext cx="4536846" cy="358051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333880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1" name="Content Placeholder 2">
            <a:extLst>
              <a:ext uri="{FF2B5EF4-FFF2-40B4-BE49-F238E27FC236}">
                <a16:creationId xmlns:a16="http://schemas.microsoft.com/office/drawing/2014/main" id="{E62201C3-EEF2-4D1D-B8AB-52AA59DD67A4}"/>
              </a:ext>
            </a:extLst>
          </p:cNvPr>
          <p:cNvSpPr>
            <a:spLocks noGrp="1"/>
          </p:cNvSpPr>
          <p:nvPr>
            <p:ph sz="half" idx="1"/>
          </p:nvPr>
        </p:nvSpPr>
        <p:spPr>
          <a:xfrm>
            <a:off x="800893" y="2621849"/>
            <a:ext cx="9195593" cy="340430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6096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3" name="Text Placeholder 2">
            <a:extLst>
              <a:ext uri="{FF2B5EF4-FFF2-40B4-BE49-F238E27FC236}">
                <a16:creationId xmlns:a16="http://schemas.microsoft.com/office/drawing/2014/main" id="{B3CED86B-1675-4502-81E2-29470C91DF88}"/>
              </a:ext>
            </a:extLst>
          </p:cNvPr>
          <p:cNvSpPr>
            <a:spLocks noGrp="1"/>
          </p:cNvSpPr>
          <p:nvPr>
            <p:ph type="body" idx="1"/>
          </p:nvPr>
        </p:nvSpPr>
        <p:spPr>
          <a:xfrm>
            <a:off x="839788" y="221849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35" name="Content Placeholder 3">
            <a:extLst>
              <a:ext uri="{FF2B5EF4-FFF2-40B4-BE49-F238E27FC236}">
                <a16:creationId xmlns:a16="http://schemas.microsoft.com/office/drawing/2014/main" id="{6B321C66-0786-4114-8D84-352D88D945D2}"/>
              </a:ext>
            </a:extLst>
          </p:cNvPr>
          <p:cNvSpPr>
            <a:spLocks noGrp="1"/>
          </p:cNvSpPr>
          <p:nvPr>
            <p:ph sz="half" idx="2"/>
          </p:nvPr>
        </p:nvSpPr>
        <p:spPr>
          <a:xfrm>
            <a:off x="839788" y="3047301"/>
            <a:ext cx="5157787" cy="31423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 name="Text Placeholder 4">
            <a:extLst>
              <a:ext uri="{FF2B5EF4-FFF2-40B4-BE49-F238E27FC236}">
                <a16:creationId xmlns:a16="http://schemas.microsoft.com/office/drawing/2014/main" id="{8B189B09-DC60-4BD7-ACA7-13DDE9E0FF89}"/>
              </a:ext>
            </a:extLst>
          </p:cNvPr>
          <p:cNvSpPr>
            <a:spLocks noGrp="1"/>
          </p:cNvSpPr>
          <p:nvPr>
            <p:ph type="body" sz="quarter" idx="3"/>
          </p:nvPr>
        </p:nvSpPr>
        <p:spPr>
          <a:xfrm>
            <a:off x="6172200" y="221849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37" name="Content Placeholder 5">
            <a:extLst>
              <a:ext uri="{FF2B5EF4-FFF2-40B4-BE49-F238E27FC236}">
                <a16:creationId xmlns:a16="http://schemas.microsoft.com/office/drawing/2014/main" id="{719BE1EB-4126-4D9C-9A27-D8AA795B0E95}"/>
              </a:ext>
            </a:extLst>
          </p:cNvPr>
          <p:cNvSpPr>
            <a:spLocks noGrp="1"/>
          </p:cNvSpPr>
          <p:nvPr>
            <p:ph sz="quarter" idx="4"/>
          </p:nvPr>
        </p:nvSpPr>
        <p:spPr>
          <a:xfrm>
            <a:off x="6172200" y="3047301"/>
            <a:ext cx="5183188" cy="31423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879828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Tree>
    <p:extLst>
      <p:ext uri="{BB962C8B-B14F-4D97-AF65-F5344CB8AC3E}">
        <p14:creationId xmlns:p14="http://schemas.microsoft.com/office/powerpoint/2010/main" val="3247217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C895FDC-2C4F-4DDB-8BAF-F96F3F29E496}"/>
              </a:ext>
            </a:extLst>
          </p:cNvPr>
          <p:cNvGrpSpPr/>
          <p:nvPr userDrawn="1"/>
        </p:nvGrpSpPr>
        <p:grpSpPr>
          <a:xfrm>
            <a:off x="3975193" y="1"/>
            <a:ext cx="8918389" cy="6858000"/>
            <a:chOff x="-9741005" y="76962"/>
            <a:chExt cx="8918389" cy="7010413"/>
          </a:xfrm>
        </p:grpSpPr>
        <p:sp>
          <p:nvSpPr>
            <p:cNvPr id="19" name="Freeform 5">
              <a:extLst>
                <a:ext uri="{FF2B5EF4-FFF2-40B4-BE49-F238E27FC236}">
                  <a16:creationId xmlns:a16="http://schemas.microsoft.com/office/drawing/2014/main" id="{F6F62C76-F2A2-4C4A-A2CF-7478D192F41F}"/>
                </a:ext>
              </a:extLst>
            </p:cNvPr>
            <p:cNvSpPr/>
            <p:nvPr/>
          </p:nvSpPr>
          <p:spPr bwMode="auto">
            <a:xfrm flipH="1">
              <a:off x="-9741005" y="76962"/>
              <a:ext cx="6166080" cy="70104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8">
              <a:extLst>
                <a:ext uri="{FF2B5EF4-FFF2-40B4-BE49-F238E27FC236}">
                  <a16:creationId xmlns:a16="http://schemas.microsoft.com/office/drawing/2014/main" id="{C2FEE6D6-C66B-46A2-9717-D94CD2EEC516}"/>
                </a:ext>
              </a:extLst>
            </p:cNvPr>
            <p:cNvSpPr/>
            <p:nvPr/>
          </p:nvSpPr>
          <p:spPr bwMode="auto">
            <a:xfrm flipH="1">
              <a:off x="-9147964" y="76962"/>
              <a:ext cx="5869560" cy="70104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5" name="Freeform 11">
              <a:extLst>
                <a:ext uri="{FF2B5EF4-FFF2-40B4-BE49-F238E27FC236}">
                  <a16:creationId xmlns:a16="http://schemas.microsoft.com/office/drawing/2014/main" id="{50F8CA4D-DFF0-446B-B60D-6C59383E60CB}"/>
                </a:ext>
              </a:extLst>
            </p:cNvPr>
            <p:cNvSpPr/>
            <p:nvPr/>
          </p:nvSpPr>
          <p:spPr bwMode="auto">
            <a:xfrm flipH="1">
              <a:off x="-8869187" y="76962"/>
              <a:ext cx="5780859" cy="70104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4">
              <a:extLst>
                <a:ext uri="{FF2B5EF4-FFF2-40B4-BE49-F238E27FC236}">
                  <a16:creationId xmlns:a16="http://schemas.microsoft.com/office/drawing/2014/main" id="{FE92DF35-F9F7-40F5-989F-13D90C622383}"/>
                </a:ext>
              </a:extLst>
            </p:cNvPr>
            <p:cNvSpPr/>
            <p:nvPr/>
          </p:nvSpPr>
          <p:spPr bwMode="auto">
            <a:xfrm flipH="1">
              <a:off x="-8268545" y="76962"/>
              <a:ext cx="5180216" cy="70104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6">
              <a:extLst>
                <a:ext uri="{FF2B5EF4-FFF2-40B4-BE49-F238E27FC236}">
                  <a16:creationId xmlns:a16="http://schemas.microsoft.com/office/drawing/2014/main" id="{59DC02A7-D065-41E9-BB83-3E6B87C8FCDA}"/>
                </a:ext>
              </a:extLst>
            </p:cNvPr>
            <p:cNvSpPr/>
            <p:nvPr/>
          </p:nvSpPr>
          <p:spPr bwMode="auto">
            <a:xfrm flipH="1">
              <a:off x="-8065797" y="76962"/>
              <a:ext cx="5157408" cy="70104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18">
              <a:extLst>
                <a:ext uri="{FF2B5EF4-FFF2-40B4-BE49-F238E27FC236}">
                  <a16:creationId xmlns:a16="http://schemas.microsoft.com/office/drawing/2014/main" id="{B956E204-209F-4483-A2D7-FDD5857C793A}"/>
                </a:ext>
              </a:extLst>
            </p:cNvPr>
            <p:cNvSpPr/>
            <p:nvPr/>
          </p:nvSpPr>
          <p:spPr bwMode="auto">
            <a:xfrm flipH="1">
              <a:off x="-7723660" y="76962"/>
              <a:ext cx="5461530" cy="70104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4" name="Freeform 20">
              <a:extLst>
                <a:ext uri="{FF2B5EF4-FFF2-40B4-BE49-F238E27FC236}">
                  <a16:creationId xmlns:a16="http://schemas.microsoft.com/office/drawing/2014/main" id="{63C141C1-7D94-41BC-9125-3049CE0F4262}"/>
                </a:ext>
              </a:extLst>
            </p:cNvPr>
            <p:cNvSpPr/>
            <p:nvPr/>
          </p:nvSpPr>
          <p:spPr bwMode="auto">
            <a:xfrm flipH="1">
              <a:off x="-6783414" y="76962"/>
              <a:ext cx="4338811" cy="70104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5" name="Freeform 21">
              <a:extLst>
                <a:ext uri="{FF2B5EF4-FFF2-40B4-BE49-F238E27FC236}">
                  <a16:creationId xmlns:a16="http://schemas.microsoft.com/office/drawing/2014/main" id="{DF161C9E-F9BD-426C-AC90-44428E88D146}"/>
                </a:ext>
              </a:extLst>
            </p:cNvPr>
            <p:cNvSpPr/>
            <p:nvPr/>
          </p:nvSpPr>
          <p:spPr bwMode="auto">
            <a:xfrm flipH="1">
              <a:off x="-6608545" y="76962"/>
              <a:ext cx="4701225" cy="70104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6" name="Freeform 22">
              <a:extLst>
                <a:ext uri="{FF2B5EF4-FFF2-40B4-BE49-F238E27FC236}">
                  <a16:creationId xmlns:a16="http://schemas.microsoft.com/office/drawing/2014/main" id="{5F6A9DD0-9049-4E35-AB52-2295FAD07BE0}"/>
                </a:ext>
              </a:extLst>
            </p:cNvPr>
            <p:cNvSpPr/>
            <p:nvPr userDrawn="1"/>
          </p:nvSpPr>
          <p:spPr bwMode="auto">
            <a:xfrm flipH="1">
              <a:off x="-4659626" y="76962"/>
              <a:ext cx="3837010" cy="70104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7" name="Freeform 23">
              <a:extLst>
                <a:ext uri="{FF2B5EF4-FFF2-40B4-BE49-F238E27FC236}">
                  <a16:creationId xmlns:a16="http://schemas.microsoft.com/office/drawing/2014/main" id="{844EE558-A987-4D5F-9409-50DA793C924A}"/>
                </a:ext>
              </a:extLst>
            </p:cNvPr>
            <p:cNvSpPr/>
            <p:nvPr userDrawn="1"/>
          </p:nvSpPr>
          <p:spPr bwMode="auto">
            <a:xfrm flipH="1">
              <a:off x="-4340299" y="86719"/>
              <a:ext cx="2828337" cy="3276730"/>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25">
              <a:extLst>
                <a:ext uri="{FF2B5EF4-FFF2-40B4-BE49-F238E27FC236}">
                  <a16:creationId xmlns:a16="http://schemas.microsoft.com/office/drawing/2014/main" id="{BA0CA8CE-37BE-4004-9F24-18C47C58A73A}"/>
                </a:ext>
              </a:extLst>
            </p:cNvPr>
            <p:cNvSpPr/>
            <p:nvPr userDrawn="1"/>
          </p:nvSpPr>
          <p:spPr bwMode="auto">
            <a:xfrm flipH="1">
              <a:off x="-4005764" y="76962"/>
              <a:ext cx="2493803" cy="2283141"/>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8733805" y="2029597"/>
            <a:ext cx="3372491" cy="2997562"/>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0800000">
            <a:off x="9539001" y="4459774"/>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2" name="Title 1"/>
          <p:cNvSpPr>
            <a:spLocks noGrp="1"/>
          </p:cNvSpPr>
          <p:nvPr userDrawn="1">
            <p:ph type="title"/>
          </p:nvPr>
        </p:nvSpPr>
        <p:spPr>
          <a:xfrm>
            <a:off x="8951262" y="2349925"/>
            <a:ext cx="2937576" cy="2456442"/>
          </a:xfrm>
        </p:spPr>
        <p:txBody>
          <a:bodyPr/>
          <a:lstStyle>
            <a:lvl1pPr>
              <a:defRPr>
                <a:solidFill>
                  <a:schemeClr val="tx1"/>
                </a:solidFill>
              </a:defRPr>
            </a:lvl1pPr>
          </a:lstStyle>
          <a:p>
            <a:r>
              <a:rPr lang="en-US" noProof="0"/>
              <a:t>Click to edit Master title style</a:t>
            </a:r>
          </a:p>
        </p:txBody>
      </p:sp>
      <p:sp>
        <p:nvSpPr>
          <p:cNvPr id="12" name="Rectangle 11">
            <a:extLst>
              <a:ext uri="{FF2B5EF4-FFF2-40B4-BE49-F238E27FC236}">
                <a16:creationId xmlns:a16="http://schemas.microsoft.com/office/drawing/2014/main" id="{6AEF0598-4986-4C3D-A0BD-127B9AD43830}"/>
              </a:ext>
            </a:extLst>
          </p:cNvPr>
          <p:cNvSpPr/>
          <p:nvPr userDrawn="1"/>
        </p:nvSpPr>
        <p:spPr>
          <a:xfrm>
            <a:off x="0" y="-677"/>
            <a:ext cx="8592786" cy="6858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Date Placeholder 3"/>
          <p:cNvSpPr>
            <a:spLocks noGrp="1"/>
          </p:cNvSpPr>
          <p:nvPr>
            <p:ph type="dt" sz="half" idx="10"/>
          </p:nvPr>
        </p:nvSpPr>
        <p:spPr/>
        <p:txBody>
          <a:bodyPr/>
          <a:lstStyle/>
          <a:p>
            <a:fld id="{F90A2B57-AC62-4574-AC7D-7953A169D2FB}" type="datetimeFigureOut">
              <a:rPr lang="en-US" noProof="0" smtClean="0"/>
              <a:t>7/8/2025</a:t>
            </a:fld>
            <a:endParaRPr lang="en-US" noProof="0"/>
          </a:p>
        </p:txBody>
      </p:sp>
      <p:sp>
        <p:nvSpPr>
          <p:cNvPr id="5" name="Footer Placeholder 4"/>
          <p:cNvSpPr>
            <a:spLocks noGrp="1"/>
          </p:cNvSpPr>
          <p:nvPr>
            <p:ph type="ftr" sz="quarter" idx="11"/>
          </p:nvPr>
        </p:nvSpPr>
        <p:spPr/>
        <p:txBody>
          <a:bodyPr/>
          <a:lstStyle/>
          <a:p>
            <a:endParaRPr lang="en-US" noProof="0"/>
          </a:p>
        </p:txBody>
      </p:sp>
      <p:cxnSp>
        <p:nvCxnSpPr>
          <p:cNvPr id="14" name="Straight Connector 13">
            <a:extLst>
              <a:ext uri="{FF2B5EF4-FFF2-40B4-BE49-F238E27FC236}">
                <a16:creationId xmlns:a16="http://schemas.microsoft.com/office/drawing/2014/main" id="{A4314920-E619-4EFC-ABED-C6607FFDCEFC}"/>
              </a:ext>
            </a:extLst>
          </p:cNvPr>
          <p:cNvCxnSpPr>
            <a:cxnSpLocks/>
          </p:cNvCxnSpPr>
          <p:nvPr userDrawn="1"/>
        </p:nvCxnSpPr>
        <p:spPr>
          <a:xfrm>
            <a:off x="8592786" y="-677"/>
            <a:ext cx="0" cy="685867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Freeform 5">
            <a:extLst>
              <a:ext uri="{FF2B5EF4-FFF2-40B4-BE49-F238E27FC236}">
                <a16:creationId xmlns:a16="http://schemas.microsoft.com/office/drawing/2014/main" id="{1A7CEEF1-5681-4130-870F-528E3DBED1C2}"/>
              </a:ext>
            </a:extLst>
          </p:cNvPr>
          <p:cNvSpPr>
            <a:spLocks/>
          </p:cNvSpPr>
          <p:nvPr userDrawn="1"/>
        </p:nvSpPr>
        <p:spPr bwMode="auto">
          <a:xfrm>
            <a:off x="10582987" y="1893639"/>
            <a:ext cx="1060897" cy="708455"/>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23" name="Picture Placeholder 2">
            <a:extLst>
              <a:ext uri="{FF2B5EF4-FFF2-40B4-BE49-F238E27FC236}">
                <a16:creationId xmlns:a16="http://schemas.microsoft.com/office/drawing/2014/main" id="{D4EB48B4-8AD9-4F11-89AF-BD12EA589997}"/>
              </a:ext>
            </a:extLst>
          </p:cNvPr>
          <p:cNvSpPr>
            <a:spLocks noGrp="1"/>
          </p:cNvSpPr>
          <p:nvPr>
            <p:ph type="pic" idx="1"/>
          </p:nvPr>
        </p:nvSpPr>
        <p:spPr>
          <a:xfrm>
            <a:off x="804672" y="813816"/>
            <a:ext cx="749808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p>
        </p:txBody>
      </p:sp>
      <p:sp>
        <p:nvSpPr>
          <p:cNvPr id="24" name="Text Placeholder 3">
            <a:extLst>
              <a:ext uri="{FF2B5EF4-FFF2-40B4-BE49-F238E27FC236}">
                <a16:creationId xmlns:a16="http://schemas.microsoft.com/office/drawing/2014/main" id="{D31FDF18-13E5-4AD8-9512-81D8CF8715AC}"/>
              </a:ext>
            </a:extLst>
          </p:cNvPr>
          <p:cNvSpPr>
            <a:spLocks noGrp="1"/>
          </p:cNvSpPr>
          <p:nvPr>
            <p:ph type="body" sz="half" idx="2"/>
          </p:nvPr>
        </p:nvSpPr>
        <p:spPr>
          <a:xfrm>
            <a:off x="804671" y="5385816"/>
            <a:ext cx="7498080" cy="48463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2832816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C895FDC-2C4F-4DDB-8BAF-F96F3F29E496}"/>
              </a:ext>
            </a:extLst>
          </p:cNvPr>
          <p:cNvGrpSpPr/>
          <p:nvPr userDrawn="1"/>
        </p:nvGrpSpPr>
        <p:grpSpPr>
          <a:xfrm>
            <a:off x="3975193" y="1"/>
            <a:ext cx="8918389" cy="6858000"/>
            <a:chOff x="-9741005" y="76962"/>
            <a:chExt cx="8918389" cy="7010413"/>
          </a:xfrm>
        </p:grpSpPr>
        <p:sp>
          <p:nvSpPr>
            <p:cNvPr id="19" name="Freeform 5">
              <a:extLst>
                <a:ext uri="{FF2B5EF4-FFF2-40B4-BE49-F238E27FC236}">
                  <a16:creationId xmlns:a16="http://schemas.microsoft.com/office/drawing/2014/main" id="{F6F62C76-F2A2-4C4A-A2CF-7478D192F41F}"/>
                </a:ext>
              </a:extLst>
            </p:cNvPr>
            <p:cNvSpPr/>
            <p:nvPr/>
          </p:nvSpPr>
          <p:spPr bwMode="auto">
            <a:xfrm flipH="1">
              <a:off x="-9741005" y="76962"/>
              <a:ext cx="6166080" cy="70104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8">
              <a:extLst>
                <a:ext uri="{FF2B5EF4-FFF2-40B4-BE49-F238E27FC236}">
                  <a16:creationId xmlns:a16="http://schemas.microsoft.com/office/drawing/2014/main" id="{C2FEE6D6-C66B-46A2-9717-D94CD2EEC516}"/>
                </a:ext>
              </a:extLst>
            </p:cNvPr>
            <p:cNvSpPr/>
            <p:nvPr/>
          </p:nvSpPr>
          <p:spPr bwMode="auto">
            <a:xfrm flipH="1">
              <a:off x="-9147964" y="76962"/>
              <a:ext cx="5869560" cy="70104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5" name="Freeform 11">
              <a:extLst>
                <a:ext uri="{FF2B5EF4-FFF2-40B4-BE49-F238E27FC236}">
                  <a16:creationId xmlns:a16="http://schemas.microsoft.com/office/drawing/2014/main" id="{50F8CA4D-DFF0-446B-B60D-6C59383E60CB}"/>
                </a:ext>
              </a:extLst>
            </p:cNvPr>
            <p:cNvSpPr/>
            <p:nvPr/>
          </p:nvSpPr>
          <p:spPr bwMode="auto">
            <a:xfrm flipH="1">
              <a:off x="-8869187" y="76962"/>
              <a:ext cx="5780859" cy="70104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4">
              <a:extLst>
                <a:ext uri="{FF2B5EF4-FFF2-40B4-BE49-F238E27FC236}">
                  <a16:creationId xmlns:a16="http://schemas.microsoft.com/office/drawing/2014/main" id="{FE92DF35-F9F7-40F5-989F-13D90C622383}"/>
                </a:ext>
              </a:extLst>
            </p:cNvPr>
            <p:cNvSpPr/>
            <p:nvPr/>
          </p:nvSpPr>
          <p:spPr bwMode="auto">
            <a:xfrm flipH="1">
              <a:off x="-8268545" y="76962"/>
              <a:ext cx="5180216" cy="70104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6">
              <a:extLst>
                <a:ext uri="{FF2B5EF4-FFF2-40B4-BE49-F238E27FC236}">
                  <a16:creationId xmlns:a16="http://schemas.microsoft.com/office/drawing/2014/main" id="{59DC02A7-D065-41E9-BB83-3E6B87C8FCDA}"/>
                </a:ext>
              </a:extLst>
            </p:cNvPr>
            <p:cNvSpPr/>
            <p:nvPr/>
          </p:nvSpPr>
          <p:spPr bwMode="auto">
            <a:xfrm flipH="1">
              <a:off x="-8065797" y="76962"/>
              <a:ext cx="5157408" cy="70104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18">
              <a:extLst>
                <a:ext uri="{FF2B5EF4-FFF2-40B4-BE49-F238E27FC236}">
                  <a16:creationId xmlns:a16="http://schemas.microsoft.com/office/drawing/2014/main" id="{B956E204-209F-4483-A2D7-FDD5857C793A}"/>
                </a:ext>
              </a:extLst>
            </p:cNvPr>
            <p:cNvSpPr/>
            <p:nvPr/>
          </p:nvSpPr>
          <p:spPr bwMode="auto">
            <a:xfrm flipH="1">
              <a:off x="-7723660" y="76962"/>
              <a:ext cx="5461530" cy="70104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4" name="Freeform 20">
              <a:extLst>
                <a:ext uri="{FF2B5EF4-FFF2-40B4-BE49-F238E27FC236}">
                  <a16:creationId xmlns:a16="http://schemas.microsoft.com/office/drawing/2014/main" id="{63C141C1-7D94-41BC-9125-3049CE0F4262}"/>
                </a:ext>
              </a:extLst>
            </p:cNvPr>
            <p:cNvSpPr/>
            <p:nvPr/>
          </p:nvSpPr>
          <p:spPr bwMode="auto">
            <a:xfrm flipH="1">
              <a:off x="-6783414" y="76962"/>
              <a:ext cx="4338811" cy="70104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5" name="Freeform 21">
              <a:extLst>
                <a:ext uri="{FF2B5EF4-FFF2-40B4-BE49-F238E27FC236}">
                  <a16:creationId xmlns:a16="http://schemas.microsoft.com/office/drawing/2014/main" id="{DF161C9E-F9BD-426C-AC90-44428E88D146}"/>
                </a:ext>
              </a:extLst>
            </p:cNvPr>
            <p:cNvSpPr/>
            <p:nvPr/>
          </p:nvSpPr>
          <p:spPr bwMode="auto">
            <a:xfrm flipH="1">
              <a:off x="-6608545" y="76962"/>
              <a:ext cx="4701225" cy="70104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6" name="Freeform 22">
              <a:extLst>
                <a:ext uri="{FF2B5EF4-FFF2-40B4-BE49-F238E27FC236}">
                  <a16:creationId xmlns:a16="http://schemas.microsoft.com/office/drawing/2014/main" id="{5F6A9DD0-9049-4E35-AB52-2295FAD07BE0}"/>
                </a:ext>
              </a:extLst>
            </p:cNvPr>
            <p:cNvSpPr/>
            <p:nvPr userDrawn="1"/>
          </p:nvSpPr>
          <p:spPr bwMode="auto">
            <a:xfrm flipH="1">
              <a:off x="-4659626" y="76962"/>
              <a:ext cx="3837010" cy="70104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7" name="Freeform 23">
              <a:extLst>
                <a:ext uri="{FF2B5EF4-FFF2-40B4-BE49-F238E27FC236}">
                  <a16:creationId xmlns:a16="http://schemas.microsoft.com/office/drawing/2014/main" id="{844EE558-A987-4D5F-9409-50DA793C924A}"/>
                </a:ext>
              </a:extLst>
            </p:cNvPr>
            <p:cNvSpPr/>
            <p:nvPr userDrawn="1"/>
          </p:nvSpPr>
          <p:spPr bwMode="auto">
            <a:xfrm flipH="1">
              <a:off x="-4340299" y="86719"/>
              <a:ext cx="2828337" cy="3276730"/>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25">
              <a:extLst>
                <a:ext uri="{FF2B5EF4-FFF2-40B4-BE49-F238E27FC236}">
                  <a16:creationId xmlns:a16="http://schemas.microsoft.com/office/drawing/2014/main" id="{BA0CA8CE-37BE-4004-9F24-18C47C58A73A}"/>
                </a:ext>
              </a:extLst>
            </p:cNvPr>
            <p:cNvSpPr/>
            <p:nvPr userDrawn="1"/>
          </p:nvSpPr>
          <p:spPr bwMode="auto">
            <a:xfrm flipH="1">
              <a:off x="-4005764" y="76962"/>
              <a:ext cx="2493803" cy="2283141"/>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8733805" y="2029597"/>
            <a:ext cx="3372491" cy="2997562"/>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0800000">
            <a:off x="9539001" y="4459774"/>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2" name="Title 1"/>
          <p:cNvSpPr>
            <a:spLocks noGrp="1"/>
          </p:cNvSpPr>
          <p:nvPr userDrawn="1">
            <p:ph type="title"/>
          </p:nvPr>
        </p:nvSpPr>
        <p:spPr>
          <a:xfrm>
            <a:off x="8951262" y="2349925"/>
            <a:ext cx="2937576" cy="2456442"/>
          </a:xfrm>
        </p:spPr>
        <p:txBody>
          <a:bodyPr/>
          <a:lstStyle>
            <a:lvl1pPr>
              <a:defRPr>
                <a:solidFill>
                  <a:schemeClr val="tx1"/>
                </a:solidFill>
              </a:defRPr>
            </a:lvl1pPr>
          </a:lstStyle>
          <a:p>
            <a:r>
              <a:rPr lang="en-US" noProof="0"/>
              <a:t>Click to edit Master title style</a:t>
            </a:r>
          </a:p>
        </p:txBody>
      </p:sp>
      <p:sp>
        <p:nvSpPr>
          <p:cNvPr id="12" name="Rectangle 11">
            <a:extLst>
              <a:ext uri="{FF2B5EF4-FFF2-40B4-BE49-F238E27FC236}">
                <a16:creationId xmlns:a16="http://schemas.microsoft.com/office/drawing/2014/main" id="{6AEF0598-4986-4C3D-A0BD-127B9AD43830}"/>
              </a:ext>
            </a:extLst>
          </p:cNvPr>
          <p:cNvSpPr/>
          <p:nvPr userDrawn="1"/>
        </p:nvSpPr>
        <p:spPr>
          <a:xfrm>
            <a:off x="0" y="-677"/>
            <a:ext cx="8592786" cy="6858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Date Placeholder 3"/>
          <p:cNvSpPr>
            <a:spLocks noGrp="1"/>
          </p:cNvSpPr>
          <p:nvPr>
            <p:ph type="dt" sz="half" idx="10"/>
          </p:nvPr>
        </p:nvSpPr>
        <p:spPr/>
        <p:txBody>
          <a:bodyPr/>
          <a:lstStyle/>
          <a:p>
            <a:fld id="{F90A2B57-AC62-4574-AC7D-7953A169D2FB}" type="datetimeFigureOut">
              <a:rPr lang="en-US" noProof="0" smtClean="0"/>
              <a:t>7/8/2025</a:t>
            </a:fld>
            <a:endParaRPr lang="en-US" noProof="0"/>
          </a:p>
        </p:txBody>
      </p:sp>
      <p:sp>
        <p:nvSpPr>
          <p:cNvPr id="5" name="Footer Placeholder 4"/>
          <p:cNvSpPr>
            <a:spLocks noGrp="1"/>
          </p:cNvSpPr>
          <p:nvPr>
            <p:ph type="ftr" sz="quarter" idx="11"/>
          </p:nvPr>
        </p:nvSpPr>
        <p:spPr/>
        <p:txBody>
          <a:bodyPr/>
          <a:lstStyle/>
          <a:p>
            <a:endParaRPr lang="en-US" noProof="0"/>
          </a:p>
        </p:txBody>
      </p:sp>
      <p:cxnSp>
        <p:nvCxnSpPr>
          <p:cNvPr id="14" name="Straight Connector 13">
            <a:extLst>
              <a:ext uri="{FF2B5EF4-FFF2-40B4-BE49-F238E27FC236}">
                <a16:creationId xmlns:a16="http://schemas.microsoft.com/office/drawing/2014/main" id="{A4314920-E619-4EFC-ABED-C6607FFDCEFC}"/>
              </a:ext>
            </a:extLst>
          </p:cNvPr>
          <p:cNvCxnSpPr>
            <a:cxnSpLocks/>
          </p:cNvCxnSpPr>
          <p:nvPr userDrawn="1"/>
        </p:nvCxnSpPr>
        <p:spPr>
          <a:xfrm>
            <a:off x="8592786" y="-677"/>
            <a:ext cx="0" cy="685867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Freeform 5">
            <a:extLst>
              <a:ext uri="{FF2B5EF4-FFF2-40B4-BE49-F238E27FC236}">
                <a16:creationId xmlns:a16="http://schemas.microsoft.com/office/drawing/2014/main" id="{1A7CEEF1-5681-4130-870F-528E3DBED1C2}"/>
              </a:ext>
            </a:extLst>
          </p:cNvPr>
          <p:cNvSpPr>
            <a:spLocks/>
          </p:cNvSpPr>
          <p:nvPr userDrawn="1"/>
        </p:nvSpPr>
        <p:spPr bwMode="auto">
          <a:xfrm>
            <a:off x="10582987" y="1893639"/>
            <a:ext cx="1060897" cy="708455"/>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23" name="Content Placeholder 2">
            <a:extLst>
              <a:ext uri="{FF2B5EF4-FFF2-40B4-BE49-F238E27FC236}">
                <a16:creationId xmlns:a16="http://schemas.microsoft.com/office/drawing/2014/main" id="{FEE379EE-5441-4454-9D47-873DDEB948B8}"/>
              </a:ext>
            </a:extLst>
          </p:cNvPr>
          <p:cNvSpPr>
            <a:spLocks noGrp="1"/>
          </p:cNvSpPr>
          <p:nvPr>
            <p:ph idx="1"/>
          </p:nvPr>
        </p:nvSpPr>
        <p:spPr>
          <a:xfrm>
            <a:off x="804672" y="811782"/>
            <a:ext cx="7493278" cy="457368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Text Placeholder 3">
            <a:extLst>
              <a:ext uri="{FF2B5EF4-FFF2-40B4-BE49-F238E27FC236}">
                <a16:creationId xmlns:a16="http://schemas.microsoft.com/office/drawing/2014/main" id="{85A7519E-9093-47E3-8322-B4A5761E7D52}"/>
              </a:ext>
            </a:extLst>
          </p:cNvPr>
          <p:cNvSpPr>
            <a:spLocks noGrp="1"/>
          </p:cNvSpPr>
          <p:nvPr>
            <p:ph type="body" sz="half" idx="2"/>
          </p:nvPr>
        </p:nvSpPr>
        <p:spPr>
          <a:xfrm>
            <a:off x="802089" y="5385464"/>
            <a:ext cx="7493279" cy="4831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9880210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Tree>
    <p:extLst>
      <p:ext uri="{BB962C8B-B14F-4D97-AF65-F5344CB8AC3E}">
        <p14:creationId xmlns:p14="http://schemas.microsoft.com/office/powerpoint/2010/main" val="2150977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Autofit/>
          </a:bodyPr>
          <a:lstStyle/>
          <a:p>
            <a:r>
              <a:rPr lang="en-US" noProof="0"/>
              <a:t>Click to edit Master title style</a:t>
            </a:r>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F90A2B57-AC62-4574-AC7D-7953A169D2FB}" type="datetimeFigureOut">
              <a:rPr lang="en-US" noProof="0" smtClean="0"/>
              <a:t>7/8/2025</a:t>
            </a:fld>
            <a:endParaRPr lang="en-US" noProof="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noProof="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A204E297-2C47-40A4-842B-FD18E4874900}" type="slidenum">
              <a:rPr lang="en-US" noProof="0" smtClean="0"/>
              <a:t>‹#›</a:t>
            </a:fld>
            <a:endParaRPr lang="en-US" noProof="0"/>
          </a:p>
        </p:txBody>
      </p:sp>
    </p:spTree>
    <p:extLst>
      <p:ext uri="{BB962C8B-B14F-4D97-AF65-F5344CB8AC3E}">
        <p14:creationId xmlns:p14="http://schemas.microsoft.com/office/powerpoint/2010/main" val="467586356"/>
      </p:ext>
    </p:extLst>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 id="2147484149" r:id="rId12"/>
    <p:sldLayoutId id="2147484144" r:id="rId13"/>
    <p:sldLayoutId id="2147484145" r:id="rId14"/>
    <p:sldLayoutId id="2147484147" r:id="rId15"/>
    <p:sldLayoutId id="2147484148" r:id="rId16"/>
    <p:sldLayoutId id="2147484146" r:id="rId17"/>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7.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7.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370B9-915D-490C-8F1C-D0FFE057C474}"/>
              </a:ext>
            </a:extLst>
          </p:cNvPr>
          <p:cNvSpPr>
            <a:spLocks noGrp="1"/>
          </p:cNvSpPr>
          <p:nvPr>
            <p:ph type="ctrTitle"/>
          </p:nvPr>
        </p:nvSpPr>
        <p:spPr/>
        <p:txBody>
          <a:bodyPr/>
          <a:lstStyle/>
          <a:p>
            <a:r>
              <a:rPr lang="en-US" noProof="0" dirty="0">
                <a:latin typeface="Aharoni" panose="02010803020104030203" pitchFamily="2" charset="-79"/>
                <a:ea typeface="Sans Serif Collection" panose="020B0502040504020204" pitchFamily="34" charset="0"/>
                <a:cs typeface="Aharoni" panose="02010803020104030203" pitchFamily="2" charset="-79"/>
              </a:rPr>
              <a:t>COD</a:t>
            </a:r>
            <a:r>
              <a:rPr lang="en-US" dirty="0">
                <a:latin typeface="Aharoni" panose="02010803020104030203" pitchFamily="2" charset="-79"/>
                <a:ea typeface="Sans Serif Collection" panose="020B0502040504020204" pitchFamily="34" charset="0"/>
                <a:cs typeface="Aharoni" panose="02010803020104030203" pitchFamily="2" charset="-79"/>
              </a:rPr>
              <a:t>E COMPANION</a:t>
            </a:r>
            <a:endParaRPr lang="en-US" noProof="0" dirty="0">
              <a:latin typeface="Aharoni" panose="02010803020104030203" pitchFamily="2" charset="-79"/>
              <a:ea typeface="Sans Serif Collection" panose="020B0502040504020204" pitchFamily="34" charset="0"/>
              <a:cs typeface="Aharoni" panose="02010803020104030203" pitchFamily="2" charset="-79"/>
            </a:endParaRPr>
          </a:p>
        </p:txBody>
      </p:sp>
      <p:sp>
        <p:nvSpPr>
          <p:cNvPr id="4" name="Rectangle 3">
            <a:extLst>
              <a:ext uri="{FF2B5EF4-FFF2-40B4-BE49-F238E27FC236}">
                <a16:creationId xmlns:a16="http://schemas.microsoft.com/office/drawing/2014/main" id="{4C75C642-A0F6-4641-80F6-BF20B069209C}"/>
              </a:ext>
            </a:extLst>
          </p:cNvPr>
          <p:cNvSpPr/>
          <p:nvPr/>
        </p:nvSpPr>
        <p:spPr>
          <a:xfrm>
            <a:off x="0" y="7086246"/>
            <a:ext cx="4149919" cy="561502"/>
          </a:xfrm>
          <a:prstGeom prst="rect">
            <a:avLst/>
          </a:prstGeom>
          <a:solidFill>
            <a:srgbClr val="FFFF00"/>
          </a:solidFill>
        </p:spPr>
        <p:txBody>
          <a:bodyPr wrap="square" lIns="144000" anchor="ctr">
            <a:noAutofit/>
          </a:bodyPr>
          <a:lstStyle/>
          <a:p>
            <a:r>
              <a:rPr lang="en-US" sz="2800" b="1" dirty="0">
                <a:ea typeface="Tahoma" panose="020B0604030504040204" pitchFamily="34" charset="0"/>
                <a:cs typeface="Tahoma" panose="020B0604030504040204" pitchFamily="34" charset="0"/>
              </a:rPr>
              <a:t>*</a:t>
            </a:r>
            <a:r>
              <a:rPr lang="en-US" dirty="0">
                <a:latin typeface="Tahoma" panose="020B0604030504040204" pitchFamily="34" charset="0"/>
                <a:ea typeface="Tahoma" panose="020B0604030504040204" pitchFamily="34" charset="0"/>
                <a:cs typeface="Tahoma" panose="020B0604030504040204" pitchFamily="34" charset="0"/>
              </a:rPr>
              <a:t> See slide </a:t>
            </a:r>
            <a:r>
              <a:rPr lang="en-US" b="1" dirty="0">
                <a:latin typeface="Tahoma" panose="020B0604030504040204" pitchFamily="34" charset="0"/>
                <a:ea typeface="Tahoma" panose="020B0604030504040204" pitchFamily="34" charset="0"/>
                <a:cs typeface="Tahoma" panose="020B0604030504040204" pitchFamily="34" charset="0"/>
              </a:rPr>
              <a:t>notes</a:t>
            </a:r>
            <a:r>
              <a:rPr lang="en-US" dirty="0">
                <a:latin typeface="Tahoma" panose="020B0604030504040204" pitchFamily="34" charset="0"/>
                <a:ea typeface="Tahoma" panose="020B0604030504040204" pitchFamily="34" charset="0"/>
                <a:cs typeface="Tahoma" panose="020B0604030504040204" pitchFamily="34" charset="0"/>
              </a:rPr>
              <a:t> for page directions</a:t>
            </a:r>
          </a:p>
        </p:txBody>
      </p:sp>
    </p:spTree>
    <p:extLst>
      <p:ext uri="{BB962C8B-B14F-4D97-AF65-F5344CB8AC3E}">
        <p14:creationId xmlns:p14="http://schemas.microsoft.com/office/powerpoint/2010/main" val="2008703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B6BB3-5550-4815-BD28-CE07150418D7}"/>
              </a:ext>
            </a:extLst>
          </p:cNvPr>
          <p:cNvSpPr>
            <a:spLocks noGrp="1"/>
          </p:cNvSpPr>
          <p:nvPr>
            <p:ph type="title"/>
          </p:nvPr>
        </p:nvSpPr>
        <p:spPr>
          <a:xfrm>
            <a:off x="357761" y="2200757"/>
            <a:ext cx="3498667" cy="2456485"/>
          </a:xfrm>
        </p:spPr>
        <p:txBody>
          <a:bodyPr/>
          <a:lstStyle/>
          <a:p>
            <a:r>
              <a:rPr lang="en-US" noProof="0" dirty="0">
                <a:latin typeface="Aharoni" panose="02010803020104030203" pitchFamily="2" charset="-79"/>
                <a:cs typeface="Aharoni" panose="02010803020104030203" pitchFamily="2" charset="-79"/>
              </a:rPr>
              <a:t>PROBLEM </a:t>
            </a:r>
            <a:br>
              <a:rPr lang="en-US" noProof="0" dirty="0">
                <a:latin typeface="Aharoni" panose="02010803020104030203" pitchFamily="2" charset="-79"/>
                <a:cs typeface="Aharoni" panose="02010803020104030203" pitchFamily="2" charset="-79"/>
              </a:rPr>
            </a:br>
            <a:r>
              <a:rPr lang="en-US" noProof="0" dirty="0">
                <a:latin typeface="Aharoni" panose="02010803020104030203" pitchFamily="2" charset="-79"/>
                <a:cs typeface="Aharoni" panose="02010803020104030203" pitchFamily="2" charset="-79"/>
              </a:rPr>
              <a:t>STATEMENT</a:t>
            </a:r>
          </a:p>
        </p:txBody>
      </p:sp>
      <p:sp>
        <p:nvSpPr>
          <p:cNvPr id="3" name="Content Placeholder 2">
            <a:extLst>
              <a:ext uri="{FF2B5EF4-FFF2-40B4-BE49-F238E27FC236}">
                <a16:creationId xmlns:a16="http://schemas.microsoft.com/office/drawing/2014/main" id="{AAA12AD7-986B-4DF0-AC91-424D90687595}"/>
              </a:ext>
            </a:extLst>
          </p:cNvPr>
          <p:cNvSpPr>
            <a:spLocks noGrp="1"/>
          </p:cNvSpPr>
          <p:nvPr>
            <p:ph idx="14"/>
          </p:nvPr>
        </p:nvSpPr>
        <p:spPr>
          <a:xfrm>
            <a:off x="5052512" y="1616697"/>
            <a:ext cx="6292850" cy="5241303"/>
          </a:xfrm>
        </p:spPr>
        <p:txBody>
          <a:bodyPr/>
          <a:lstStyle/>
          <a:p>
            <a:pPr marL="0" indent="0">
              <a:buNone/>
            </a:pPr>
            <a:r>
              <a:rPr lang="en-US" dirty="0"/>
              <a:t>Computer Science engineering students at LPU face difficulty accessing organized, updated lab experiments and viva resources, as online materials are often outdated or scattered. Even though experiments change each semester, they remain tied to core syllabus topics, highlighting the need for a topic-based system that links syllabus units to all relevant, up-to-date experiments and viva content.</a:t>
            </a:r>
            <a:endParaRPr lang="en-US" noProof="0" dirty="0"/>
          </a:p>
        </p:txBody>
      </p:sp>
    </p:spTree>
    <p:extLst>
      <p:ext uri="{BB962C8B-B14F-4D97-AF65-F5344CB8AC3E}">
        <p14:creationId xmlns:p14="http://schemas.microsoft.com/office/powerpoint/2010/main" val="2780355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6D7BD-5C62-4764-9E1D-D185EBAA6C0F}"/>
              </a:ext>
            </a:extLst>
          </p:cNvPr>
          <p:cNvSpPr>
            <a:spLocks noGrp="1"/>
          </p:cNvSpPr>
          <p:nvPr>
            <p:ph type="title"/>
          </p:nvPr>
        </p:nvSpPr>
        <p:spPr>
          <a:xfrm>
            <a:off x="-192505" y="-10806"/>
            <a:ext cx="3643167" cy="2456442"/>
          </a:xfrm>
        </p:spPr>
        <p:txBody>
          <a:bodyPr/>
          <a:lstStyle/>
          <a:p>
            <a:r>
              <a:rPr lang="en-US" dirty="0">
                <a:latin typeface="Aharoni" panose="02010803020104030203" pitchFamily="2" charset="-79"/>
                <a:ea typeface="Sans Serif Collection" panose="020B0502040504020204" pitchFamily="34" charset="0"/>
                <a:cs typeface="Aharoni" panose="02010803020104030203" pitchFamily="2" charset="-79"/>
              </a:rPr>
              <a:t>CODE COMPANION</a:t>
            </a:r>
            <a:endParaRPr lang="en-US" noProof="0" dirty="0"/>
          </a:p>
        </p:txBody>
      </p:sp>
      <p:sp>
        <p:nvSpPr>
          <p:cNvPr id="6" name="Content Placeholder 5">
            <a:extLst>
              <a:ext uri="{FF2B5EF4-FFF2-40B4-BE49-F238E27FC236}">
                <a16:creationId xmlns:a16="http://schemas.microsoft.com/office/drawing/2014/main" id="{C39C480C-C4D4-46AD-BCE6-04E0141475BC}"/>
              </a:ext>
            </a:extLst>
          </p:cNvPr>
          <p:cNvSpPr>
            <a:spLocks noGrp="1"/>
          </p:cNvSpPr>
          <p:nvPr>
            <p:ph sz="half" idx="15"/>
          </p:nvPr>
        </p:nvSpPr>
        <p:spPr>
          <a:xfrm>
            <a:off x="800894" y="2632550"/>
            <a:ext cx="3420000" cy="463576"/>
          </a:xfrm>
        </p:spPr>
        <p:txBody>
          <a:bodyPr/>
          <a:lstStyle/>
          <a:p>
            <a:r>
              <a:rPr lang="en-US" sz="2000" noProof="0" dirty="0">
                <a:latin typeface="Aharoni" panose="02010803020104030203" pitchFamily="2" charset="-79"/>
                <a:cs typeface="Aharoni" panose="02010803020104030203" pitchFamily="2" charset="-79"/>
              </a:rPr>
              <a:t>RESEARCH GOAL</a:t>
            </a:r>
          </a:p>
        </p:txBody>
      </p:sp>
      <p:sp>
        <p:nvSpPr>
          <p:cNvPr id="7" name="Content Placeholder 6">
            <a:extLst>
              <a:ext uri="{FF2B5EF4-FFF2-40B4-BE49-F238E27FC236}">
                <a16:creationId xmlns:a16="http://schemas.microsoft.com/office/drawing/2014/main" id="{2AC642DB-12B2-406A-9349-B6C98765561F}"/>
              </a:ext>
            </a:extLst>
          </p:cNvPr>
          <p:cNvSpPr>
            <a:spLocks noGrp="1"/>
          </p:cNvSpPr>
          <p:nvPr>
            <p:ph sz="half" idx="16"/>
          </p:nvPr>
        </p:nvSpPr>
        <p:spPr>
          <a:xfrm>
            <a:off x="4387159" y="2632550"/>
            <a:ext cx="3420000" cy="999650"/>
          </a:xfrm>
        </p:spPr>
        <p:txBody>
          <a:bodyPr/>
          <a:lstStyle/>
          <a:p>
            <a:r>
              <a:rPr lang="en-IN" sz="2000" b="1" dirty="0">
                <a:latin typeface="Aharoni" panose="02010803020104030203" pitchFamily="2" charset="-79"/>
                <a:cs typeface="Aharoni" panose="02010803020104030203" pitchFamily="2" charset="-79"/>
              </a:rPr>
              <a:t>Research Objectives </a:t>
            </a:r>
            <a:endParaRPr lang="en-US" sz="2000" b="1" noProof="0" dirty="0">
              <a:latin typeface="Aharoni" panose="02010803020104030203" pitchFamily="2" charset="-79"/>
              <a:cs typeface="Aharoni" panose="02010803020104030203" pitchFamily="2" charset="-79"/>
            </a:endParaRPr>
          </a:p>
        </p:txBody>
      </p:sp>
      <p:sp>
        <p:nvSpPr>
          <p:cNvPr id="8" name="Content Placeholder 7">
            <a:extLst>
              <a:ext uri="{FF2B5EF4-FFF2-40B4-BE49-F238E27FC236}">
                <a16:creationId xmlns:a16="http://schemas.microsoft.com/office/drawing/2014/main" id="{64FDBFEE-D460-4EEA-8480-B58B8C156092}"/>
              </a:ext>
            </a:extLst>
          </p:cNvPr>
          <p:cNvSpPr>
            <a:spLocks noGrp="1"/>
          </p:cNvSpPr>
          <p:nvPr>
            <p:ph sz="half" idx="17"/>
          </p:nvPr>
        </p:nvSpPr>
        <p:spPr>
          <a:xfrm>
            <a:off x="7973424" y="2632550"/>
            <a:ext cx="3420000" cy="536270"/>
          </a:xfrm>
        </p:spPr>
        <p:txBody>
          <a:bodyPr/>
          <a:lstStyle/>
          <a:p>
            <a:r>
              <a:rPr lang="en-IN" dirty="0">
                <a:latin typeface="Aharoni" panose="02010803020104030203" pitchFamily="2" charset="-79"/>
                <a:cs typeface="Aharoni" panose="02010803020104030203" pitchFamily="2" charset="-79"/>
              </a:rPr>
              <a:t>Research Hypothesis</a:t>
            </a:r>
            <a:endParaRPr lang="en-US" sz="1800" noProof="0" dirty="0">
              <a:latin typeface="Aharoni" panose="02010803020104030203" pitchFamily="2" charset="-79"/>
              <a:cs typeface="Aharoni" panose="02010803020104030203" pitchFamily="2" charset="-79"/>
            </a:endParaRPr>
          </a:p>
        </p:txBody>
      </p:sp>
      <p:sp>
        <p:nvSpPr>
          <p:cNvPr id="5" name="Content Placeholder 4">
            <a:extLst>
              <a:ext uri="{FF2B5EF4-FFF2-40B4-BE49-F238E27FC236}">
                <a16:creationId xmlns:a16="http://schemas.microsoft.com/office/drawing/2014/main" id="{6EDDEC1B-157C-4700-9E00-04350D289676}"/>
              </a:ext>
            </a:extLst>
          </p:cNvPr>
          <p:cNvSpPr>
            <a:spLocks noGrp="1"/>
          </p:cNvSpPr>
          <p:nvPr>
            <p:ph sz="half" idx="14"/>
          </p:nvPr>
        </p:nvSpPr>
        <p:spPr>
          <a:xfrm>
            <a:off x="8139689" y="3096126"/>
            <a:ext cx="3420000" cy="2382651"/>
          </a:xfrm>
        </p:spPr>
        <p:txBody>
          <a:bodyPr/>
          <a:lstStyle/>
          <a:p>
            <a:pPr marL="0" indent="0">
              <a:lnSpc>
                <a:spcPct val="100000"/>
              </a:lnSpc>
              <a:buNone/>
            </a:pPr>
            <a:r>
              <a:rPr lang="en-US" dirty="0">
                <a:latin typeface="Arial" panose="020B0604020202020204" pitchFamily="34" charset="0"/>
                <a:cs typeface="Arial" panose="020B0604020202020204" pitchFamily="34" charset="0"/>
              </a:rPr>
              <a:t>If lab experiments and viva questions are organized according to syllabus topics on a centralized platform, then Computer Science students at LPU will find it easier to access updated and relevant academic content — saving time, reducing confusion, and improving exam readiness.</a:t>
            </a:r>
            <a:endParaRPr lang="en-US" noProof="0" dirty="0">
              <a:latin typeface="Arial" panose="020B0604020202020204" pitchFamily="34" charset="0"/>
              <a:cs typeface="Arial" panose="020B0604020202020204" pitchFamily="34" charset="0"/>
            </a:endParaRPr>
          </a:p>
        </p:txBody>
      </p:sp>
      <p:sp>
        <p:nvSpPr>
          <p:cNvPr id="10" name="Rectangle 2">
            <a:extLst>
              <a:ext uri="{FF2B5EF4-FFF2-40B4-BE49-F238E27FC236}">
                <a16:creationId xmlns:a16="http://schemas.microsoft.com/office/drawing/2014/main" id="{477030DA-6D73-4777-7E21-5B33DE461543}"/>
              </a:ext>
            </a:extLst>
          </p:cNvPr>
          <p:cNvSpPr>
            <a:spLocks noGrp="1" noChangeArrowheads="1"/>
          </p:cNvSpPr>
          <p:nvPr>
            <p:ph sz="half" idx="1"/>
          </p:nvPr>
        </p:nvSpPr>
        <p:spPr bwMode="auto">
          <a:xfrm>
            <a:off x="565546" y="3168820"/>
            <a:ext cx="382161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To understand how Computer Science students at LPU access lab experiments and viva materials, identify the challenges they face with changing semester content, and explore ways to deliver organized, topic-linked, and up-to-date resources through a centralized web platform.</a:t>
            </a:r>
          </a:p>
        </p:txBody>
      </p:sp>
      <p:sp>
        <p:nvSpPr>
          <p:cNvPr id="11" name="Rectangle 3">
            <a:extLst>
              <a:ext uri="{FF2B5EF4-FFF2-40B4-BE49-F238E27FC236}">
                <a16:creationId xmlns:a16="http://schemas.microsoft.com/office/drawing/2014/main" id="{BCCF8C5E-5ADA-F152-4615-B233210B7AF0}"/>
              </a:ext>
            </a:extLst>
          </p:cNvPr>
          <p:cNvSpPr>
            <a:spLocks noGrp="1" noChangeArrowheads="1"/>
          </p:cNvSpPr>
          <p:nvPr>
            <p:ph sz="half" idx="13"/>
          </p:nvPr>
        </p:nvSpPr>
        <p:spPr bwMode="auto">
          <a:xfrm>
            <a:off x="4387159" y="3197450"/>
            <a:ext cx="382161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1.Identify how students currently access lab and viva resources</a:t>
            </a:r>
          </a:p>
          <a:p>
            <a:pPr marL="0" indent="0" eaLnBrk="0" fontAlgn="base" hangingPunct="0">
              <a:lnSpc>
                <a:spcPct val="100000"/>
              </a:lnSpc>
              <a:spcBef>
                <a:spcPct val="0"/>
              </a:spcBef>
              <a:spcAft>
                <a:spcPct val="0"/>
              </a:spcAft>
              <a:buClrTx/>
              <a:buSzTx/>
              <a:buNone/>
            </a:pPr>
            <a:r>
              <a:rPr lang="en-US" altLang="en-US" dirty="0">
                <a:latin typeface="Arial" panose="020B0604020202020204" pitchFamily="34" charset="0"/>
              </a:rPr>
              <a:t>2.Discover the pain points caused by outdated or unorganized resources</a:t>
            </a:r>
          </a:p>
          <a:p>
            <a:pPr marL="0" indent="0" eaLnBrk="0" fontAlgn="base" hangingPunct="0">
              <a:lnSpc>
                <a:spcPct val="100000"/>
              </a:lnSpc>
              <a:spcBef>
                <a:spcPct val="0"/>
              </a:spcBef>
              <a:spcAft>
                <a:spcPct val="0"/>
              </a:spcAft>
              <a:buClrTx/>
              <a:buSzTx/>
              <a:buNone/>
            </a:pPr>
            <a:r>
              <a:rPr lang="en-US" altLang="en-US" dirty="0">
                <a:latin typeface="Arial" panose="020B0604020202020204" pitchFamily="34" charset="0"/>
              </a:rPr>
              <a:t>3</a:t>
            </a:r>
            <a:r>
              <a:rPr lang="en-US" altLang="en-US" dirty="0">
                <a:latin typeface="Aharoni" panose="02010803020104030203" pitchFamily="2" charset="-79"/>
                <a:cs typeface="Aharoni" panose="02010803020104030203" pitchFamily="2" charset="-79"/>
              </a:rPr>
              <a:t>.</a:t>
            </a:r>
            <a:r>
              <a:rPr lang="en-US" b="1" dirty="0">
                <a:latin typeface="Aharoni" panose="02010803020104030203" pitchFamily="2" charset="-79"/>
                <a:cs typeface="Aharoni" panose="02010803020104030203" pitchFamily="2" charset="-79"/>
              </a:rPr>
              <a:t> </a:t>
            </a:r>
            <a:r>
              <a:rPr lang="en-US" dirty="0">
                <a:latin typeface="Arial" panose="020B0604020202020204" pitchFamily="34" charset="0"/>
                <a:cs typeface="Arial" panose="020B0604020202020204" pitchFamily="34" charset="0"/>
              </a:rPr>
              <a:t>Understand the students’ expectations from a lab resource platform</a:t>
            </a:r>
            <a:endParaRPr lang="en-US" alt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76467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3E1A7-382A-49F0-ADB4-BF190BB8E7A1}"/>
              </a:ext>
            </a:extLst>
          </p:cNvPr>
          <p:cNvSpPr>
            <a:spLocks noGrp="1"/>
          </p:cNvSpPr>
          <p:nvPr>
            <p:ph type="title"/>
          </p:nvPr>
        </p:nvSpPr>
        <p:spPr>
          <a:xfrm>
            <a:off x="151248" y="4310244"/>
            <a:ext cx="3112552" cy="2456442"/>
          </a:xfrm>
        </p:spPr>
        <p:txBody>
          <a:bodyPr/>
          <a:lstStyle/>
          <a:p>
            <a:r>
              <a:rPr lang="en-US" dirty="0">
                <a:latin typeface="Aharoni" panose="02010803020104030203" pitchFamily="2" charset="-79"/>
                <a:cs typeface="Aharoni" panose="02010803020104030203" pitchFamily="2" charset="-79"/>
              </a:rPr>
              <a:t>PRIMARY </a:t>
            </a:r>
            <a:br>
              <a:rPr lang="en-US" dirty="0">
                <a:latin typeface="Aharoni" panose="02010803020104030203" pitchFamily="2" charset="-79"/>
                <a:cs typeface="Aharoni" panose="02010803020104030203" pitchFamily="2" charset="-79"/>
              </a:rPr>
            </a:br>
            <a:r>
              <a:rPr lang="en-US" dirty="0">
                <a:latin typeface="Aharoni" panose="02010803020104030203" pitchFamily="2" charset="-79"/>
                <a:cs typeface="Aharoni" panose="02010803020104030203" pitchFamily="2" charset="-79"/>
              </a:rPr>
              <a:t>RESEARCH</a:t>
            </a:r>
          </a:p>
        </p:txBody>
      </p:sp>
      <p:sp>
        <p:nvSpPr>
          <p:cNvPr id="9" name="Text Placeholder 8">
            <a:extLst>
              <a:ext uri="{FF2B5EF4-FFF2-40B4-BE49-F238E27FC236}">
                <a16:creationId xmlns:a16="http://schemas.microsoft.com/office/drawing/2014/main" id="{9E9B34AE-511E-4AFC-87B5-E52A25A4727C}"/>
              </a:ext>
            </a:extLst>
          </p:cNvPr>
          <p:cNvSpPr>
            <a:spLocks noGrp="1" noChangeAspect="1"/>
          </p:cNvSpPr>
          <p:nvPr>
            <p:ph type="body" sz="quarter" idx="18"/>
          </p:nvPr>
        </p:nvSpPr>
        <p:spPr>
          <a:xfrm>
            <a:off x="870768" y="469900"/>
            <a:ext cx="691971" cy="691971"/>
          </a:xfrm>
        </p:spPr>
        <p:txBody>
          <a:bodyPr/>
          <a:lstStyle/>
          <a:p>
            <a:r>
              <a:rPr lang="en-US" sz="2400"/>
              <a:t>1</a:t>
            </a:r>
          </a:p>
        </p:txBody>
      </p:sp>
      <p:sp>
        <p:nvSpPr>
          <p:cNvPr id="6" name="Content Placeholder 5">
            <a:extLst>
              <a:ext uri="{FF2B5EF4-FFF2-40B4-BE49-F238E27FC236}">
                <a16:creationId xmlns:a16="http://schemas.microsoft.com/office/drawing/2014/main" id="{35AE7952-3B10-47E2-8E7C-F1652C0E0D9F}"/>
              </a:ext>
            </a:extLst>
          </p:cNvPr>
          <p:cNvSpPr>
            <a:spLocks noGrp="1"/>
          </p:cNvSpPr>
          <p:nvPr>
            <p:ph sz="half" idx="15"/>
          </p:nvPr>
        </p:nvSpPr>
        <p:spPr>
          <a:xfrm>
            <a:off x="800894" y="1191436"/>
            <a:ext cx="3420000" cy="460945"/>
          </a:xfrm>
        </p:spPr>
        <p:txBody>
          <a:bodyPr/>
          <a:lstStyle/>
          <a:p>
            <a:r>
              <a:rPr lang="en-US" sz="2400" dirty="0"/>
              <a:t>[Sample Size]</a:t>
            </a:r>
          </a:p>
          <a:p>
            <a:r>
              <a:rPr lang="en-US" dirty="0"/>
              <a:t>	</a:t>
            </a:r>
          </a:p>
        </p:txBody>
      </p:sp>
      <p:sp>
        <p:nvSpPr>
          <p:cNvPr id="3" name="Content Placeholder 2">
            <a:extLst>
              <a:ext uri="{FF2B5EF4-FFF2-40B4-BE49-F238E27FC236}">
                <a16:creationId xmlns:a16="http://schemas.microsoft.com/office/drawing/2014/main" id="{57597827-04F8-4181-935E-18C5990985D8}"/>
              </a:ext>
            </a:extLst>
          </p:cNvPr>
          <p:cNvSpPr>
            <a:spLocks noGrp="1"/>
          </p:cNvSpPr>
          <p:nvPr>
            <p:ph sz="half" idx="1"/>
          </p:nvPr>
        </p:nvSpPr>
        <p:spPr>
          <a:xfrm>
            <a:off x="800894" y="1813293"/>
            <a:ext cx="3227971" cy="734463"/>
          </a:xfrm>
        </p:spPr>
        <p:txBody>
          <a:bodyPr/>
          <a:lstStyle/>
          <a:p>
            <a:pPr marL="0" indent="0">
              <a:buNone/>
            </a:pPr>
            <a:r>
              <a:rPr lang="en-US" sz="2000" dirty="0"/>
              <a:t>30 Participants</a:t>
            </a:r>
          </a:p>
          <a:p>
            <a:pPr marL="0" indent="0">
              <a:buNone/>
            </a:pPr>
            <a:r>
              <a:rPr lang="en-US" sz="2000" dirty="0"/>
              <a:t>10 From Each  Year</a:t>
            </a:r>
            <a:br>
              <a:rPr lang="en-US" sz="2000" dirty="0"/>
            </a:br>
            <a:endParaRPr lang="en-US" sz="2000" dirty="0"/>
          </a:p>
          <a:p>
            <a:pPr marL="0" indent="0">
              <a:buNone/>
            </a:pPr>
            <a:endParaRPr lang="en-US" sz="2000" dirty="0"/>
          </a:p>
        </p:txBody>
      </p:sp>
      <p:sp>
        <p:nvSpPr>
          <p:cNvPr id="10" name="Text Placeholder 9">
            <a:extLst>
              <a:ext uri="{FF2B5EF4-FFF2-40B4-BE49-F238E27FC236}">
                <a16:creationId xmlns:a16="http://schemas.microsoft.com/office/drawing/2014/main" id="{0D0E55E6-7F4E-4D34-A101-AED886857C79}"/>
              </a:ext>
            </a:extLst>
          </p:cNvPr>
          <p:cNvSpPr>
            <a:spLocks noGrp="1" noChangeAspect="1"/>
          </p:cNvSpPr>
          <p:nvPr>
            <p:ph type="body" sz="quarter" idx="19"/>
          </p:nvPr>
        </p:nvSpPr>
        <p:spPr>
          <a:xfrm>
            <a:off x="4475112" y="469900"/>
            <a:ext cx="691971" cy="691971"/>
          </a:xfrm>
          <a:solidFill>
            <a:schemeClr val="tx1">
              <a:lumMod val="85000"/>
              <a:lumOff val="15000"/>
            </a:schemeClr>
          </a:solidFill>
        </p:spPr>
        <p:txBody>
          <a:bodyPr/>
          <a:lstStyle/>
          <a:p>
            <a:r>
              <a:rPr lang="en-US" sz="2400">
                <a:solidFill>
                  <a:schemeClr val="bg1"/>
                </a:solidFill>
              </a:rPr>
              <a:t>2</a:t>
            </a:r>
          </a:p>
        </p:txBody>
      </p:sp>
      <p:sp>
        <p:nvSpPr>
          <p:cNvPr id="7" name="Content Placeholder 6">
            <a:extLst>
              <a:ext uri="{FF2B5EF4-FFF2-40B4-BE49-F238E27FC236}">
                <a16:creationId xmlns:a16="http://schemas.microsoft.com/office/drawing/2014/main" id="{661C1FD6-AE9B-4DC9-8418-8E649F1468C8}"/>
              </a:ext>
            </a:extLst>
          </p:cNvPr>
          <p:cNvSpPr>
            <a:spLocks noGrp="1"/>
          </p:cNvSpPr>
          <p:nvPr>
            <p:ph sz="half" idx="16"/>
          </p:nvPr>
        </p:nvSpPr>
        <p:spPr>
          <a:xfrm>
            <a:off x="4387159" y="1191436"/>
            <a:ext cx="3420000" cy="460945"/>
          </a:xfrm>
        </p:spPr>
        <p:txBody>
          <a:bodyPr/>
          <a:lstStyle/>
          <a:p>
            <a:r>
              <a:rPr lang="en-US" sz="2400" dirty="0"/>
              <a:t>[Target Audience]</a:t>
            </a:r>
          </a:p>
        </p:txBody>
      </p:sp>
      <p:sp>
        <p:nvSpPr>
          <p:cNvPr id="4" name="Content Placeholder 3">
            <a:extLst>
              <a:ext uri="{FF2B5EF4-FFF2-40B4-BE49-F238E27FC236}">
                <a16:creationId xmlns:a16="http://schemas.microsoft.com/office/drawing/2014/main" id="{5D68EBD9-6460-4BD4-A725-E0003EEB6819}"/>
              </a:ext>
            </a:extLst>
          </p:cNvPr>
          <p:cNvSpPr>
            <a:spLocks noGrp="1"/>
          </p:cNvSpPr>
          <p:nvPr>
            <p:ph sz="half" idx="13"/>
          </p:nvPr>
        </p:nvSpPr>
        <p:spPr>
          <a:xfrm>
            <a:off x="4387158" y="1813293"/>
            <a:ext cx="3227971" cy="1615707"/>
          </a:xfrm>
        </p:spPr>
        <p:txBody>
          <a:bodyPr/>
          <a:lstStyle/>
          <a:p>
            <a:pPr marL="0" indent="0">
              <a:buNone/>
            </a:pPr>
            <a:r>
              <a:rPr lang="en-US" sz="2000" dirty="0"/>
              <a:t>*Computer Science Engineering students at LPU</a:t>
            </a:r>
          </a:p>
          <a:p>
            <a:pPr marL="0" indent="0">
              <a:buNone/>
            </a:pPr>
            <a:r>
              <a:rPr lang="en-US" sz="2000" dirty="0"/>
              <a:t>*Especially those in 2</a:t>
            </a:r>
            <a:r>
              <a:rPr lang="en-US" sz="2000" baseline="30000" dirty="0"/>
              <a:t>nd</a:t>
            </a:r>
            <a:r>
              <a:rPr lang="en-US" sz="2000" dirty="0"/>
              <a:t> to final year</a:t>
            </a:r>
          </a:p>
          <a:p>
            <a:pPr marL="0" indent="0">
              <a:buNone/>
            </a:pPr>
            <a:endParaRPr lang="en-US" sz="2000" dirty="0"/>
          </a:p>
          <a:p>
            <a:pPr marL="0" indent="0">
              <a:buNone/>
            </a:pPr>
            <a:endParaRPr lang="en-US" sz="2000" dirty="0"/>
          </a:p>
          <a:p>
            <a:pPr marL="0" indent="0">
              <a:buNone/>
            </a:pPr>
            <a:endParaRPr lang="en-US" sz="2000" dirty="0"/>
          </a:p>
        </p:txBody>
      </p:sp>
      <p:sp>
        <p:nvSpPr>
          <p:cNvPr id="11" name="Text Placeholder 10">
            <a:extLst>
              <a:ext uri="{FF2B5EF4-FFF2-40B4-BE49-F238E27FC236}">
                <a16:creationId xmlns:a16="http://schemas.microsoft.com/office/drawing/2014/main" id="{0255BBC3-2645-4B68-A025-3CCB03ACA930}"/>
              </a:ext>
            </a:extLst>
          </p:cNvPr>
          <p:cNvSpPr>
            <a:spLocks noGrp="1" noChangeAspect="1"/>
          </p:cNvSpPr>
          <p:nvPr>
            <p:ph type="body" sz="quarter" idx="20"/>
          </p:nvPr>
        </p:nvSpPr>
        <p:spPr>
          <a:xfrm>
            <a:off x="8055639" y="469900"/>
            <a:ext cx="691971" cy="691971"/>
          </a:xfrm>
          <a:solidFill>
            <a:schemeClr val="accent5">
              <a:lumMod val="75000"/>
            </a:schemeClr>
          </a:solidFill>
        </p:spPr>
        <p:txBody>
          <a:bodyPr/>
          <a:lstStyle/>
          <a:p>
            <a:r>
              <a:rPr lang="en-US" sz="2400">
                <a:solidFill>
                  <a:schemeClr val="bg1"/>
                </a:solidFill>
              </a:rPr>
              <a:t>3</a:t>
            </a:r>
          </a:p>
        </p:txBody>
      </p:sp>
      <p:sp>
        <p:nvSpPr>
          <p:cNvPr id="8" name="Content Placeholder 7">
            <a:extLst>
              <a:ext uri="{FF2B5EF4-FFF2-40B4-BE49-F238E27FC236}">
                <a16:creationId xmlns:a16="http://schemas.microsoft.com/office/drawing/2014/main" id="{4CF3F135-97CF-4F51-9AA5-BFE76E2D0B9B}"/>
              </a:ext>
            </a:extLst>
          </p:cNvPr>
          <p:cNvSpPr>
            <a:spLocks noGrp="1"/>
          </p:cNvSpPr>
          <p:nvPr>
            <p:ph sz="half" idx="17"/>
          </p:nvPr>
        </p:nvSpPr>
        <p:spPr>
          <a:xfrm>
            <a:off x="7973424" y="1191436"/>
            <a:ext cx="3420000" cy="460945"/>
          </a:xfrm>
        </p:spPr>
        <p:txBody>
          <a:bodyPr/>
          <a:lstStyle/>
          <a:p>
            <a:r>
              <a:rPr lang="en-US" sz="2400" dirty="0"/>
              <a:t>[Method]</a:t>
            </a:r>
          </a:p>
        </p:txBody>
      </p:sp>
      <p:sp>
        <p:nvSpPr>
          <p:cNvPr id="5" name="Content Placeholder 4">
            <a:extLst>
              <a:ext uri="{FF2B5EF4-FFF2-40B4-BE49-F238E27FC236}">
                <a16:creationId xmlns:a16="http://schemas.microsoft.com/office/drawing/2014/main" id="{BA33AD6D-4BB3-459F-B884-43A15E94A729}"/>
              </a:ext>
            </a:extLst>
          </p:cNvPr>
          <p:cNvSpPr>
            <a:spLocks noGrp="1"/>
          </p:cNvSpPr>
          <p:nvPr>
            <p:ph sz="half" idx="14"/>
          </p:nvPr>
        </p:nvSpPr>
        <p:spPr>
          <a:xfrm>
            <a:off x="7973424" y="1813292"/>
            <a:ext cx="3227971" cy="1615707"/>
          </a:xfrm>
        </p:spPr>
        <p:txBody>
          <a:bodyPr/>
          <a:lstStyle/>
          <a:p>
            <a:pPr marL="0" indent="0">
              <a:buNone/>
            </a:pPr>
            <a:r>
              <a:rPr lang="en-US" sz="2000" dirty="0"/>
              <a:t>Online Surveys</a:t>
            </a:r>
          </a:p>
          <a:p>
            <a:pPr marL="0" indent="0">
              <a:buNone/>
            </a:pPr>
            <a:r>
              <a:rPr lang="en-US" sz="2000" dirty="0"/>
              <a:t>IN-PERSON INTERVIEWS</a:t>
            </a:r>
          </a:p>
        </p:txBody>
      </p:sp>
      <p:sp>
        <p:nvSpPr>
          <p:cNvPr id="16" name="Text Placeholder 9">
            <a:extLst>
              <a:ext uri="{FF2B5EF4-FFF2-40B4-BE49-F238E27FC236}">
                <a16:creationId xmlns:a16="http://schemas.microsoft.com/office/drawing/2014/main" id="{1C0A153C-DAE9-4119-B6CB-F753E40958C5}"/>
              </a:ext>
            </a:extLst>
          </p:cNvPr>
          <p:cNvSpPr txBox="1">
            <a:spLocks noChangeAspect="1"/>
          </p:cNvSpPr>
          <p:nvPr/>
        </p:nvSpPr>
        <p:spPr>
          <a:xfrm>
            <a:off x="4475112" y="3618273"/>
            <a:ext cx="691971" cy="691971"/>
          </a:xfrm>
          <a:prstGeom prst="rect">
            <a:avLst/>
          </a:prstGeom>
          <a:solidFill>
            <a:schemeClr val="accent2">
              <a:lumMod val="50000"/>
            </a:schemeClr>
          </a:solidFill>
        </p:spPr>
        <p:txBody>
          <a:bodyPr vert="horz" lIns="91440" tIns="45720" rIns="91440" bIns="45720" rtlCol="0" anchor="ctr">
            <a:noAutofit/>
          </a:bodyPr>
          <a:lstStyle>
            <a:lvl1pPr marL="0" indent="0" algn="ctr" defTabSz="914400" rtl="0" eaLnBrk="1" latinLnBrk="0" hangingPunct="1">
              <a:lnSpc>
                <a:spcPct val="120000"/>
              </a:lnSpc>
              <a:spcBef>
                <a:spcPts val="1000"/>
              </a:spcBef>
              <a:buClr>
                <a:schemeClr val="accent1"/>
              </a:buClr>
              <a:buSzPct val="110000"/>
              <a:buFont typeface="Wingdings" panose="05000000000000000000" pitchFamily="2" charset="2"/>
              <a:buNone/>
              <a:defRPr sz="3200" b="1" kern="1200">
                <a:solidFill>
                  <a:schemeClr val="bg1"/>
                </a:solidFill>
                <a:effectLst/>
                <a:latin typeface="+mj-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r>
              <a:rPr lang="en-US" sz="2400"/>
              <a:t>4</a:t>
            </a:r>
          </a:p>
        </p:txBody>
      </p:sp>
      <p:sp>
        <p:nvSpPr>
          <p:cNvPr id="14" name="Content Placeholder 6">
            <a:extLst>
              <a:ext uri="{FF2B5EF4-FFF2-40B4-BE49-F238E27FC236}">
                <a16:creationId xmlns:a16="http://schemas.microsoft.com/office/drawing/2014/main" id="{A22C6227-33AC-4B8E-9805-E4A5B3398ECE}"/>
              </a:ext>
            </a:extLst>
          </p:cNvPr>
          <p:cNvSpPr txBox="1">
            <a:spLocks/>
          </p:cNvSpPr>
          <p:nvPr/>
        </p:nvSpPr>
        <p:spPr>
          <a:xfrm>
            <a:off x="4387159" y="4339809"/>
            <a:ext cx="3420000" cy="46094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Clr>
                <a:schemeClr val="accent1"/>
              </a:buClr>
              <a:buSzPct val="110000"/>
              <a:buFont typeface="Wingdings" panose="05000000000000000000" pitchFamily="2" charset="2"/>
              <a:buNone/>
              <a:defRPr sz="1800" kern="1200">
                <a:solidFill>
                  <a:schemeClr val="tx1"/>
                </a:solidFill>
                <a:effectLst/>
                <a:latin typeface="+mj-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r>
              <a:rPr lang="en-US" sz="2400" dirty="0"/>
              <a:t>[</a:t>
            </a:r>
            <a:r>
              <a:rPr lang="en-IN" sz="2400" dirty="0"/>
              <a:t>Sampling Technique</a:t>
            </a:r>
            <a:r>
              <a:rPr lang="en-US" sz="2400" dirty="0"/>
              <a:t>]</a:t>
            </a:r>
          </a:p>
        </p:txBody>
      </p:sp>
      <p:sp>
        <p:nvSpPr>
          <p:cNvPr id="12" name="Content Placeholder 3">
            <a:extLst>
              <a:ext uri="{FF2B5EF4-FFF2-40B4-BE49-F238E27FC236}">
                <a16:creationId xmlns:a16="http://schemas.microsoft.com/office/drawing/2014/main" id="{238CE8B3-176C-4DA0-B2DE-EC5F9E68C61E}"/>
              </a:ext>
            </a:extLst>
          </p:cNvPr>
          <p:cNvSpPr txBox="1">
            <a:spLocks/>
          </p:cNvSpPr>
          <p:nvPr/>
        </p:nvSpPr>
        <p:spPr>
          <a:xfrm>
            <a:off x="4387159" y="4961666"/>
            <a:ext cx="3227971" cy="161464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a:buNone/>
            </a:pPr>
            <a:r>
              <a:rPr lang="en-IN" sz="2000" dirty="0"/>
              <a:t>Stratified Purposive Sampling</a:t>
            </a:r>
          </a:p>
          <a:p>
            <a:pPr marL="0" indent="0">
              <a:buNone/>
            </a:pPr>
            <a:r>
              <a:rPr lang="en-US" sz="2000" b="1" dirty="0"/>
              <a:t>*Stratified</a:t>
            </a:r>
            <a:r>
              <a:rPr lang="en-US" sz="2000" dirty="0"/>
              <a:t> – Because you're dividing students into relevant groups (strata):.</a:t>
            </a:r>
          </a:p>
        </p:txBody>
      </p:sp>
      <p:sp>
        <p:nvSpPr>
          <p:cNvPr id="15" name="Content Placeholder 7">
            <a:extLst>
              <a:ext uri="{FF2B5EF4-FFF2-40B4-BE49-F238E27FC236}">
                <a16:creationId xmlns:a16="http://schemas.microsoft.com/office/drawing/2014/main" id="{961517EE-A586-412B-85CB-6F57B715CE11}"/>
              </a:ext>
            </a:extLst>
          </p:cNvPr>
          <p:cNvSpPr txBox="1">
            <a:spLocks/>
          </p:cNvSpPr>
          <p:nvPr/>
        </p:nvSpPr>
        <p:spPr>
          <a:xfrm>
            <a:off x="7973424" y="4339809"/>
            <a:ext cx="3420000" cy="46094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Clr>
                <a:schemeClr val="accent1"/>
              </a:buClr>
              <a:buSzPct val="110000"/>
              <a:buFont typeface="Wingdings" panose="05000000000000000000" pitchFamily="2" charset="2"/>
              <a:buNone/>
              <a:defRPr sz="1800" kern="1200">
                <a:solidFill>
                  <a:schemeClr val="tx1"/>
                </a:solidFill>
                <a:effectLst/>
                <a:latin typeface="+mj-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endParaRPr lang="en-US" dirty="0"/>
          </a:p>
        </p:txBody>
      </p:sp>
      <p:sp>
        <p:nvSpPr>
          <p:cNvPr id="13" name="Content Placeholder 4">
            <a:extLst>
              <a:ext uri="{FF2B5EF4-FFF2-40B4-BE49-F238E27FC236}">
                <a16:creationId xmlns:a16="http://schemas.microsoft.com/office/drawing/2014/main" id="{E81D6B8E-F53C-4E35-A828-B1E51783F396}"/>
              </a:ext>
            </a:extLst>
          </p:cNvPr>
          <p:cNvSpPr txBox="1">
            <a:spLocks/>
          </p:cNvSpPr>
          <p:nvPr/>
        </p:nvSpPr>
        <p:spPr>
          <a:xfrm>
            <a:off x="7973424" y="4961666"/>
            <a:ext cx="3227971" cy="161464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a:buNone/>
            </a:pPr>
            <a:r>
              <a:rPr lang="en-US" sz="2000" b="1" dirty="0"/>
              <a:t>*Purposive</a:t>
            </a:r>
            <a:r>
              <a:rPr lang="en-US" sz="2000" dirty="0"/>
              <a:t> – Because you're intentionally selecting participants who a</a:t>
            </a:r>
          </a:p>
        </p:txBody>
      </p:sp>
    </p:spTree>
    <p:extLst>
      <p:ext uri="{BB962C8B-B14F-4D97-AF65-F5344CB8AC3E}">
        <p14:creationId xmlns:p14="http://schemas.microsoft.com/office/powerpoint/2010/main" val="502231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E2459-E318-41EB-B7C0-CE1E3227EBAB}"/>
              </a:ext>
            </a:extLst>
          </p:cNvPr>
          <p:cNvSpPr>
            <a:spLocks noGrp="1"/>
          </p:cNvSpPr>
          <p:nvPr>
            <p:ph type="title"/>
          </p:nvPr>
        </p:nvSpPr>
        <p:spPr>
          <a:xfrm>
            <a:off x="-342900" y="0"/>
            <a:ext cx="3771900" cy="2456442"/>
          </a:xfrm>
        </p:spPr>
        <p:txBody>
          <a:bodyPr/>
          <a:lstStyle/>
          <a:p>
            <a:r>
              <a:rPr lang="en-IN" dirty="0">
                <a:latin typeface="Aharoni" panose="02010803020104030203" pitchFamily="2" charset="-79"/>
                <a:cs typeface="Aharoni" panose="02010803020104030203" pitchFamily="2" charset="-79"/>
              </a:rPr>
              <a:t>Interview Questionnaire</a:t>
            </a:r>
            <a:endParaRPr lang="en-US" noProof="0" dirty="0">
              <a:latin typeface="Aharoni" panose="02010803020104030203" pitchFamily="2" charset="-79"/>
              <a:cs typeface="Aharoni" panose="02010803020104030203" pitchFamily="2" charset="-79"/>
            </a:endParaRPr>
          </a:p>
        </p:txBody>
      </p:sp>
      <p:pic>
        <p:nvPicPr>
          <p:cNvPr id="13" name="Picture Placeholder 12" descr="Brain outline">
            <a:extLst>
              <a:ext uri="{FF2B5EF4-FFF2-40B4-BE49-F238E27FC236}">
                <a16:creationId xmlns:a16="http://schemas.microsoft.com/office/drawing/2014/main" id="{9A426B7E-F3B1-4EE7-9903-D7F11DCE7E5F}"/>
              </a:ext>
            </a:extLst>
          </p:cNvPr>
          <p:cNvPicPr>
            <a:picLocks noGrp="1" noChangeAspect="1"/>
          </p:cNvPicPr>
          <p:nvPr>
            <p:ph type="pic" sz="quarter" idx="18"/>
          </p:nvPr>
        </p:nvPicPr>
        <p:blipFill>
          <a:blip r:embed="rId3">
            <a:extLst>
              <a:ext uri="{96DAC541-7B7A-43D3-8B79-37D633B846F1}">
                <asvg:svgBlip xmlns:asvg="http://schemas.microsoft.com/office/drawing/2016/SVG/main" r:embed="rId4"/>
              </a:ext>
            </a:extLst>
          </a:blip>
          <a:srcRect/>
          <a:stretch/>
        </p:blipFill>
        <p:spPr>
          <a:xfrm>
            <a:off x="800894" y="2535711"/>
            <a:ext cx="844171" cy="844171"/>
          </a:xfrm>
        </p:spPr>
      </p:pic>
      <p:sp>
        <p:nvSpPr>
          <p:cNvPr id="6" name="Content Placeholder 5">
            <a:extLst>
              <a:ext uri="{FF2B5EF4-FFF2-40B4-BE49-F238E27FC236}">
                <a16:creationId xmlns:a16="http://schemas.microsoft.com/office/drawing/2014/main" id="{43C67E1C-74FC-481B-A3E5-4D3FFB4B264C}"/>
              </a:ext>
            </a:extLst>
          </p:cNvPr>
          <p:cNvSpPr>
            <a:spLocks noGrp="1"/>
          </p:cNvSpPr>
          <p:nvPr>
            <p:ph sz="half" idx="15"/>
          </p:nvPr>
        </p:nvSpPr>
        <p:spPr>
          <a:xfrm>
            <a:off x="798576" y="3459019"/>
            <a:ext cx="3420000" cy="460945"/>
          </a:xfrm>
        </p:spPr>
        <p:txBody>
          <a:bodyPr/>
          <a:lstStyle/>
          <a:p>
            <a:r>
              <a:rPr lang="en-IN" dirty="0"/>
              <a:t>Need-Based Questions</a:t>
            </a:r>
            <a:endParaRPr lang="en-US" noProof="0" dirty="0"/>
          </a:p>
        </p:txBody>
      </p:sp>
      <p:sp>
        <p:nvSpPr>
          <p:cNvPr id="3" name="Content Placeholder 2">
            <a:extLst>
              <a:ext uri="{FF2B5EF4-FFF2-40B4-BE49-F238E27FC236}">
                <a16:creationId xmlns:a16="http://schemas.microsoft.com/office/drawing/2014/main" id="{4448B1D6-0CC5-4E5E-A8E1-A1D6F9B9D02B}"/>
              </a:ext>
            </a:extLst>
          </p:cNvPr>
          <p:cNvSpPr>
            <a:spLocks noGrp="1"/>
          </p:cNvSpPr>
          <p:nvPr>
            <p:ph sz="half" idx="1"/>
          </p:nvPr>
        </p:nvSpPr>
        <p:spPr>
          <a:xfrm>
            <a:off x="798576" y="3940345"/>
            <a:ext cx="3771899" cy="2264512"/>
          </a:xfrm>
        </p:spPr>
        <p:txBody>
          <a:bodyPr/>
          <a:lstStyle/>
          <a:p>
            <a:r>
              <a:rPr lang="en-US" dirty="0"/>
              <a:t>What difficulties do you face when looking for lab experiments or viva questions?</a:t>
            </a:r>
          </a:p>
          <a:p>
            <a:r>
              <a:rPr lang="en-US" dirty="0"/>
              <a:t>Do you often find outdated or irrelevant resources online?</a:t>
            </a:r>
            <a:endParaRPr lang="en-US" noProof="0" dirty="0"/>
          </a:p>
        </p:txBody>
      </p:sp>
      <p:pic>
        <p:nvPicPr>
          <p:cNvPr id="15" name="Picture Placeholder 14" descr="Single gear outline">
            <a:extLst>
              <a:ext uri="{FF2B5EF4-FFF2-40B4-BE49-F238E27FC236}">
                <a16:creationId xmlns:a16="http://schemas.microsoft.com/office/drawing/2014/main" id="{D0E7F117-696A-48C2-A2AB-F176E541F271}"/>
              </a:ext>
            </a:extLst>
          </p:cNvPr>
          <p:cNvPicPr>
            <a:picLocks noGrp="1" noChangeAspect="1"/>
          </p:cNvPicPr>
          <p:nvPr>
            <p:ph type="pic" sz="quarter" idx="19"/>
          </p:nvPr>
        </p:nvPicPr>
        <p:blipFill>
          <a:blip r:embed="rId5">
            <a:extLst>
              <a:ext uri="{96DAC541-7B7A-43D3-8B79-37D633B846F1}">
                <asvg:svgBlip xmlns:asvg="http://schemas.microsoft.com/office/drawing/2016/SVG/main" r:embed="rId6"/>
              </a:ext>
            </a:extLst>
          </a:blip>
          <a:srcRect/>
          <a:stretch/>
        </p:blipFill>
        <p:spPr>
          <a:xfrm>
            <a:off x="4387159" y="2614848"/>
            <a:ext cx="844171" cy="844171"/>
          </a:xfrm>
        </p:spPr>
      </p:pic>
      <p:sp>
        <p:nvSpPr>
          <p:cNvPr id="7" name="Content Placeholder 6">
            <a:extLst>
              <a:ext uri="{FF2B5EF4-FFF2-40B4-BE49-F238E27FC236}">
                <a16:creationId xmlns:a16="http://schemas.microsoft.com/office/drawing/2014/main" id="{BAAB2448-9B92-43EA-98D2-900886CF9DAE}"/>
              </a:ext>
            </a:extLst>
          </p:cNvPr>
          <p:cNvSpPr>
            <a:spLocks noGrp="1"/>
          </p:cNvSpPr>
          <p:nvPr>
            <p:ph sz="half" idx="16"/>
          </p:nvPr>
        </p:nvSpPr>
        <p:spPr>
          <a:xfrm>
            <a:off x="4387159" y="3459018"/>
            <a:ext cx="3420000" cy="460945"/>
          </a:xfrm>
        </p:spPr>
        <p:txBody>
          <a:bodyPr/>
          <a:lstStyle/>
          <a:p>
            <a:r>
              <a:rPr lang="en-US" noProof="0" dirty="0"/>
              <a:t>Task-Based Questions</a:t>
            </a:r>
          </a:p>
        </p:txBody>
      </p:sp>
      <p:sp>
        <p:nvSpPr>
          <p:cNvPr id="4" name="Content Placeholder 3">
            <a:extLst>
              <a:ext uri="{FF2B5EF4-FFF2-40B4-BE49-F238E27FC236}">
                <a16:creationId xmlns:a16="http://schemas.microsoft.com/office/drawing/2014/main" id="{CA621940-22B8-4129-8405-6BAFDE9093BF}"/>
              </a:ext>
            </a:extLst>
          </p:cNvPr>
          <p:cNvSpPr>
            <a:spLocks noGrp="1"/>
          </p:cNvSpPr>
          <p:nvPr>
            <p:ph sz="half" idx="13"/>
          </p:nvPr>
        </p:nvSpPr>
        <p:spPr>
          <a:xfrm>
            <a:off x="4368508" y="3940344"/>
            <a:ext cx="3771898" cy="1957042"/>
          </a:xfrm>
        </p:spPr>
        <p:txBody>
          <a:bodyPr/>
          <a:lstStyle/>
          <a:p>
            <a:r>
              <a:rPr lang="en-US" dirty="0"/>
              <a:t>Can you walk me through how you usually prepare for lab exams or submissions?</a:t>
            </a:r>
          </a:p>
          <a:p>
            <a:r>
              <a:rPr lang="en-US" dirty="0"/>
              <a:t>How do you decide whether a resource is correct or useful?</a:t>
            </a:r>
            <a:endParaRPr lang="en-US" noProof="0" dirty="0"/>
          </a:p>
        </p:txBody>
      </p:sp>
      <p:pic>
        <p:nvPicPr>
          <p:cNvPr id="17" name="Picture Placeholder 16" descr="Diamond outline">
            <a:extLst>
              <a:ext uri="{FF2B5EF4-FFF2-40B4-BE49-F238E27FC236}">
                <a16:creationId xmlns:a16="http://schemas.microsoft.com/office/drawing/2014/main" id="{D8EB252C-BDC8-40C9-9F53-93E7F11DEFB6}"/>
              </a:ext>
            </a:extLst>
          </p:cNvPr>
          <p:cNvPicPr>
            <a:picLocks noGrp="1" noChangeAspect="1"/>
          </p:cNvPicPr>
          <p:nvPr>
            <p:ph type="pic" sz="quarter" idx="20"/>
          </p:nvPr>
        </p:nvPicPr>
        <p:blipFill>
          <a:blip r:embed="rId7">
            <a:extLst>
              <a:ext uri="{96DAC541-7B7A-43D3-8B79-37D633B846F1}">
                <asvg:svgBlip xmlns:asvg="http://schemas.microsoft.com/office/drawing/2016/SVG/main" r:embed="rId8"/>
              </a:ext>
            </a:extLst>
          </a:blip>
          <a:srcRect/>
          <a:stretch/>
        </p:blipFill>
        <p:spPr>
          <a:xfrm>
            <a:off x="7991211" y="2614848"/>
            <a:ext cx="844171" cy="844171"/>
          </a:xfrm>
        </p:spPr>
      </p:pic>
      <p:sp>
        <p:nvSpPr>
          <p:cNvPr id="8" name="Content Placeholder 7">
            <a:extLst>
              <a:ext uri="{FF2B5EF4-FFF2-40B4-BE49-F238E27FC236}">
                <a16:creationId xmlns:a16="http://schemas.microsoft.com/office/drawing/2014/main" id="{1C83ABBB-2ED2-4525-8DDE-F3EFDCD42195}"/>
              </a:ext>
            </a:extLst>
          </p:cNvPr>
          <p:cNvSpPr>
            <a:spLocks noGrp="1"/>
          </p:cNvSpPr>
          <p:nvPr>
            <p:ph sz="half" idx="17"/>
          </p:nvPr>
        </p:nvSpPr>
        <p:spPr>
          <a:xfrm>
            <a:off x="7991211" y="3479398"/>
            <a:ext cx="3420000" cy="460945"/>
          </a:xfrm>
        </p:spPr>
        <p:txBody>
          <a:bodyPr/>
          <a:lstStyle/>
          <a:p>
            <a:r>
              <a:rPr lang="en-US" noProof="0" dirty="0"/>
              <a:t>Value-Based Questions</a:t>
            </a:r>
          </a:p>
        </p:txBody>
      </p:sp>
      <p:sp>
        <p:nvSpPr>
          <p:cNvPr id="5" name="Content Placeholder 4">
            <a:extLst>
              <a:ext uri="{FF2B5EF4-FFF2-40B4-BE49-F238E27FC236}">
                <a16:creationId xmlns:a16="http://schemas.microsoft.com/office/drawing/2014/main" id="{49E43943-F8CC-4765-8333-156F7371276B}"/>
              </a:ext>
            </a:extLst>
          </p:cNvPr>
          <p:cNvSpPr>
            <a:spLocks noGrp="1"/>
          </p:cNvSpPr>
          <p:nvPr>
            <p:ph sz="half" idx="14"/>
          </p:nvPr>
        </p:nvSpPr>
        <p:spPr>
          <a:xfrm>
            <a:off x="8035191" y="4019773"/>
            <a:ext cx="3420000" cy="2185083"/>
          </a:xfrm>
        </p:spPr>
        <p:txBody>
          <a:bodyPr/>
          <a:lstStyle/>
          <a:p>
            <a:r>
              <a:rPr lang="en-US" dirty="0"/>
              <a:t>How important is it for you to get verified or trusted lab resources?</a:t>
            </a:r>
          </a:p>
          <a:p>
            <a:r>
              <a:rPr lang="en-US" dirty="0"/>
              <a:t>Would you find it helpful if lab experiments were grouped by syllabus topics or units?</a:t>
            </a:r>
          </a:p>
        </p:txBody>
      </p:sp>
    </p:spTree>
    <p:extLst>
      <p:ext uri="{BB962C8B-B14F-4D97-AF65-F5344CB8AC3E}">
        <p14:creationId xmlns:p14="http://schemas.microsoft.com/office/powerpoint/2010/main" val="2805684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4">
            <a:extLst>
              <a:ext uri="{FF2B5EF4-FFF2-40B4-BE49-F238E27FC236}">
                <a16:creationId xmlns:a16="http://schemas.microsoft.com/office/drawing/2014/main" id="{B6C6CA88-7450-4835-93BC-EFA1FA308D06}"/>
              </a:ext>
            </a:extLst>
          </p:cNvPr>
          <p:cNvGraphicFramePr>
            <a:graphicFrameLocks/>
          </p:cNvGraphicFramePr>
          <p:nvPr>
            <p:extLst>
              <p:ext uri="{D42A27DB-BD31-4B8C-83A1-F6EECF244321}">
                <p14:modId xmlns:p14="http://schemas.microsoft.com/office/powerpoint/2010/main" val="2784106294"/>
              </p:ext>
            </p:extLst>
          </p:nvPr>
        </p:nvGraphicFramePr>
        <p:xfrm>
          <a:off x="-10934" y="0"/>
          <a:ext cx="8604865" cy="6857998"/>
        </p:xfrm>
        <a:graphic>
          <a:graphicData uri="http://schemas.openxmlformats.org/drawingml/2006/table">
            <a:tbl>
              <a:tblPr firstRow="1" firstCol="1" bandRow="1">
                <a:tableStyleId>{69012ECD-51FC-41F1-AA8D-1B2483CD663E}</a:tableStyleId>
              </a:tblPr>
              <a:tblGrid>
                <a:gridCol w="1720973">
                  <a:extLst>
                    <a:ext uri="{9D8B030D-6E8A-4147-A177-3AD203B41FA5}">
                      <a16:colId xmlns:a16="http://schemas.microsoft.com/office/drawing/2014/main" val="3839373644"/>
                    </a:ext>
                  </a:extLst>
                </a:gridCol>
                <a:gridCol w="1720973">
                  <a:extLst>
                    <a:ext uri="{9D8B030D-6E8A-4147-A177-3AD203B41FA5}">
                      <a16:colId xmlns:a16="http://schemas.microsoft.com/office/drawing/2014/main" val="838430700"/>
                    </a:ext>
                  </a:extLst>
                </a:gridCol>
                <a:gridCol w="1720973">
                  <a:extLst>
                    <a:ext uri="{9D8B030D-6E8A-4147-A177-3AD203B41FA5}">
                      <a16:colId xmlns:a16="http://schemas.microsoft.com/office/drawing/2014/main" val="2658990726"/>
                    </a:ext>
                  </a:extLst>
                </a:gridCol>
                <a:gridCol w="1720973">
                  <a:extLst>
                    <a:ext uri="{9D8B030D-6E8A-4147-A177-3AD203B41FA5}">
                      <a16:colId xmlns:a16="http://schemas.microsoft.com/office/drawing/2014/main" val="4136827002"/>
                    </a:ext>
                  </a:extLst>
                </a:gridCol>
                <a:gridCol w="1720973">
                  <a:extLst>
                    <a:ext uri="{9D8B030D-6E8A-4147-A177-3AD203B41FA5}">
                      <a16:colId xmlns:a16="http://schemas.microsoft.com/office/drawing/2014/main" val="3044217976"/>
                    </a:ext>
                  </a:extLst>
                </a:gridCol>
              </a:tblGrid>
              <a:tr h="830033">
                <a:tc>
                  <a:txBody>
                    <a:bodyPr/>
                    <a:lstStyle/>
                    <a:p>
                      <a:pPr algn="ctr"/>
                      <a:endParaRPr lang="en-US" sz="1800" b="0" dirty="0">
                        <a:solidFill>
                          <a:schemeClr val="bg1"/>
                        </a:solidFill>
                        <a:latin typeface="+mj-lt"/>
                        <a:ea typeface="Tahoma" panose="020B0604030504040204" pitchFamily="34" charset="0"/>
                        <a:cs typeface="Tahoma" panose="020B0604030504040204" pitchFamily="34" charset="0"/>
                      </a:endParaRPr>
                    </a:p>
                  </a:txBody>
                  <a:tcPr marL="137160" marR="137160" marT="137160" marB="13716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a:endParaRPr lang="en-US" sz="1800" b="0" dirty="0">
                        <a:solidFill>
                          <a:schemeClr val="tx1"/>
                        </a:solidFill>
                        <a:latin typeface="+mj-lt"/>
                        <a:ea typeface="Tahoma" panose="020B0604030504040204" pitchFamily="34" charset="0"/>
                        <a:cs typeface="Tahoma" panose="020B0604030504040204" pitchFamily="34" charset="0"/>
                      </a:endParaRPr>
                    </a:p>
                  </a:txBody>
                  <a:tcPr marL="137160" marR="137160" marT="137160" marB="13716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US" sz="1800" b="0" dirty="0">
                        <a:solidFill>
                          <a:schemeClr val="tx1"/>
                        </a:solidFill>
                        <a:latin typeface="+mj-lt"/>
                        <a:ea typeface="Tahoma" panose="020B0604030504040204" pitchFamily="34" charset="0"/>
                        <a:cs typeface="Tahoma" panose="020B0604030504040204" pitchFamily="34" charset="0"/>
                      </a:endParaRPr>
                    </a:p>
                  </a:txBody>
                  <a:tcPr marL="137160" marR="137160" marT="137160" marB="13716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US" sz="1800" b="0" dirty="0">
                        <a:solidFill>
                          <a:schemeClr val="tx1"/>
                        </a:solidFill>
                        <a:latin typeface="+mj-lt"/>
                        <a:ea typeface="Tahoma" panose="020B0604030504040204" pitchFamily="34" charset="0"/>
                        <a:cs typeface="Tahoma" panose="020B0604030504040204" pitchFamily="34" charset="0"/>
                      </a:endParaRPr>
                    </a:p>
                  </a:txBody>
                  <a:tcPr marL="137160" marR="137160" marT="137160" marB="13716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US" sz="1800" b="0" dirty="0">
                        <a:solidFill>
                          <a:schemeClr val="tx1"/>
                        </a:solidFill>
                        <a:latin typeface="+mj-lt"/>
                        <a:ea typeface="Tahoma" panose="020B0604030504040204" pitchFamily="34" charset="0"/>
                        <a:cs typeface="Tahoma" panose="020B0604030504040204" pitchFamily="34" charset="0"/>
                      </a:endParaRPr>
                    </a:p>
                  </a:txBody>
                  <a:tcPr marL="137160" marR="137160" marT="137160" marB="13716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026966777"/>
                  </a:ext>
                </a:extLst>
              </a:tr>
              <a:tr h="1986065">
                <a:tc>
                  <a:txBody>
                    <a:bodyPr/>
                    <a:lstStyle/>
                    <a:p>
                      <a:endParaRPr lang="en-US" sz="1400" b="1"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9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4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7587135"/>
                  </a:ext>
                </a:extLst>
              </a:tr>
              <a:tr h="1010475">
                <a:tc>
                  <a:txBody>
                    <a:bodyPr/>
                    <a:lstStyle/>
                    <a:p>
                      <a:endParaRPr lang="en-US" sz="1800" b="1"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9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93207244"/>
                  </a:ext>
                </a:extLst>
              </a:tr>
              <a:tr h="1010475">
                <a:tc>
                  <a:txBody>
                    <a:bodyPr/>
                    <a:lstStyle/>
                    <a:p>
                      <a:endParaRPr lang="en-US" sz="1800" b="1"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9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5176306"/>
                  </a:ext>
                </a:extLst>
              </a:tr>
              <a:tr h="1010475">
                <a:tc>
                  <a:txBody>
                    <a:bodyPr/>
                    <a:lstStyle/>
                    <a:p>
                      <a:endParaRPr lang="en-US" sz="1800" b="1"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9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83407266"/>
                  </a:ext>
                </a:extLst>
              </a:tr>
              <a:tr h="1010475">
                <a:tc>
                  <a:txBody>
                    <a:bodyPr/>
                    <a:lstStyle/>
                    <a:p>
                      <a:endParaRPr lang="en-US" sz="1800" b="1"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9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latin typeface="+mn-lt"/>
                        <a:ea typeface="Tahoma" panose="020B0604030504040204" pitchFamily="34" charset="0"/>
                        <a:cs typeface="Tahoma" panose="020B0604030504040204" pitchFamily="34" charset="0"/>
                      </a:endParaRPr>
                    </a:p>
                  </a:txBody>
                  <a:tcPr marL="137160" marR="137160" marT="137160" marB="137160">
                    <a:lnL w="3175" cap="flat" cmpd="sng" algn="ctr">
                      <a:solidFill>
                        <a:schemeClr val="bg1">
                          <a:lumMod val="8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4161349"/>
                  </a:ext>
                </a:extLst>
              </a:tr>
            </a:tbl>
          </a:graphicData>
        </a:graphic>
      </p:graphicFrame>
      <p:sp>
        <p:nvSpPr>
          <p:cNvPr id="2" name="Title 1">
            <a:extLst>
              <a:ext uri="{FF2B5EF4-FFF2-40B4-BE49-F238E27FC236}">
                <a16:creationId xmlns:a16="http://schemas.microsoft.com/office/drawing/2014/main" id="{600D3620-1F60-40D2-9E2C-7617C1F0A451}"/>
              </a:ext>
            </a:extLst>
          </p:cNvPr>
          <p:cNvSpPr>
            <a:spLocks noGrp="1"/>
          </p:cNvSpPr>
          <p:nvPr>
            <p:ph type="title"/>
          </p:nvPr>
        </p:nvSpPr>
        <p:spPr>
          <a:xfrm>
            <a:off x="8951262" y="2349925"/>
            <a:ext cx="3240738" cy="2456442"/>
          </a:xfrm>
        </p:spPr>
        <p:txBody>
          <a:bodyPr/>
          <a:lstStyle/>
          <a:p>
            <a:r>
              <a:rPr lang="en-US" noProof="0" dirty="0"/>
              <a:t>Competitive Analysis</a:t>
            </a:r>
          </a:p>
        </p:txBody>
      </p:sp>
      <p:graphicFrame>
        <p:nvGraphicFramePr>
          <p:cNvPr id="5" name="Table 4">
            <a:extLst>
              <a:ext uri="{FF2B5EF4-FFF2-40B4-BE49-F238E27FC236}">
                <a16:creationId xmlns:a16="http://schemas.microsoft.com/office/drawing/2014/main" id="{A734D367-3280-F177-7A0B-B4894CD82842}"/>
              </a:ext>
            </a:extLst>
          </p:cNvPr>
          <p:cNvGraphicFramePr>
            <a:graphicFrameLocks noGrp="1"/>
          </p:cNvGraphicFramePr>
          <p:nvPr>
            <p:extLst>
              <p:ext uri="{D42A27DB-BD31-4B8C-83A1-F6EECF244321}">
                <p14:modId xmlns:p14="http://schemas.microsoft.com/office/powerpoint/2010/main" val="4240628787"/>
              </p:ext>
            </p:extLst>
          </p:nvPr>
        </p:nvGraphicFramePr>
        <p:xfrm>
          <a:off x="-10934" y="-1"/>
          <a:ext cx="8604865" cy="5933803"/>
        </p:xfrm>
        <a:graphic>
          <a:graphicData uri="http://schemas.openxmlformats.org/drawingml/2006/table">
            <a:tbl>
              <a:tblPr firstRow="1" bandRow="1">
                <a:tableStyleId>{69012ECD-51FC-41F1-AA8D-1B2483CD663E}</a:tableStyleId>
              </a:tblPr>
              <a:tblGrid>
                <a:gridCol w="1720973">
                  <a:extLst>
                    <a:ext uri="{9D8B030D-6E8A-4147-A177-3AD203B41FA5}">
                      <a16:colId xmlns:a16="http://schemas.microsoft.com/office/drawing/2014/main" val="4044529283"/>
                    </a:ext>
                  </a:extLst>
                </a:gridCol>
                <a:gridCol w="1720973">
                  <a:extLst>
                    <a:ext uri="{9D8B030D-6E8A-4147-A177-3AD203B41FA5}">
                      <a16:colId xmlns:a16="http://schemas.microsoft.com/office/drawing/2014/main" val="2262286323"/>
                    </a:ext>
                  </a:extLst>
                </a:gridCol>
                <a:gridCol w="1720973">
                  <a:extLst>
                    <a:ext uri="{9D8B030D-6E8A-4147-A177-3AD203B41FA5}">
                      <a16:colId xmlns:a16="http://schemas.microsoft.com/office/drawing/2014/main" val="1240111243"/>
                    </a:ext>
                  </a:extLst>
                </a:gridCol>
                <a:gridCol w="1720973">
                  <a:extLst>
                    <a:ext uri="{9D8B030D-6E8A-4147-A177-3AD203B41FA5}">
                      <a16:colId xmlns:a16="http://schemas.microsoft.com/office/drawing/2014/main" val="14733834"/>
                    </a:ext>
                  </a:extLst>
                </a:gridCol>
                <a:gridCol w="1720973">
                  <a:extLst>
                    <a:ext uri="{9D8B030D-6E8A-4147-A177-3AD203B41FA5}">
                      <a16:colId xmlns:a16="http://schemas.microsoft.com/office/drawing/2014/main" val="195895234"/>
                    </a:ext>
                  </a:extLst>
                </a:gridCol>
              </a:tblGrid>
              <a:tr h="996043">
                <a:tc>
                  <a:txBody>
                    <a:bodyPr/>
                    <a:lstStyle/>
                    <a:p>
                      <a:pPr>
                        <a:buNone/>
                      </a:pPr>
                      <a:r>
                        <a:rPr lang="en-IN" b="1" dirty="0"/>
                        <a:t>App/Platform Name</a:t>
                      </a:r>
                      <a:endParaRPr lang="en-IN" dirty="0"/>
                    </a:p>
                  </a:txBody>
                  <a:tcPr anchor="ctr"/>
                </a:tc>
                <a:tc>
                  <a:txBody>
                    <a:bodyPr/>
                    <a:lstStyle/>
                    <a:p>
                      <a:pPr>
                        <a:buNone/>
                      </a:pPr>
                      <a:r>
                        <a:rPr lang="en-IN" b="1"/>
                        <a:t>Target Audience</a:t>
                      </a:r>
                      <a:endParaRPr lang="en-IN"/>
                    </a:p>
                  </a:txBody>
                  <a:tcPr anchor="ctr"/>
                </a:tc>
                <a:tc>
                  <a:txBody>
                    <a:bodyPr/>
                    <a:lstStyle/>
                    <a:p>
                      <a:pPr>
                        <a:buNone/>
                      </a:pPr>
                      <a:r>
                        <a:rPr lang="en-IN" b="1"/>
                        <a:t>Features</a:t>
                      </a:r>
                      <a:endParaRPr lang="en-IN"/>
                    </a:p>
                  </a:txBody>
                  <a:tcPr anchor="ctr"/>
                </a:tc>
                <a:tc>
                  <a:txBody>
                    <a:bodyPr/>
                    <a:lstStyle/>
                    <a:p>
                      <a:pPr>
                        <a:buNone/>
                      </a:pPr>
                      <a:r>
                        <a:rPr lang="en-IN" b="1"/>
                        <a:t>USP</a:t>
                      </a:r>
                      <a:endParaRPr lang="en-IN"/>
                    </a:p>
                  </a:txBody>
                  <a:tcPr anchor="ctr"/>
                </a:tc>
                <a:tc>
                  <a:txBody>
                    <a:bodyPr/>
                    <a:lstStyle/>
                    <a:p>
                      <a:pPr>
                        <a:buNone/>
                      </a:pPr>
                      <a:r>
                        <a:rPr lang="en-IN" b="1"/>
                        <a:t>Pricing</a:t>
                      </a:r>
                      <a:endParaRPr lang="en-IN"/>
                    </a:p>
                  </a:txBody>
                  <a:tcPr anchor="ctr"/>
                </a:tc>
                <a:extLst>
                  <a:ext uri="{0D108BD9-81ED-4DB2-BD59-A6C34878D82A}">
                    <a16:rowId xmlns:a16="http://schemas.microsoft.com/office/drawing/2014/main" val="927989547"/>
                  </a:ext>
                </a:extLst>
              </a:tr>
              <a:tr h="996043">
                <a:tc>
                  <a:txBody>
                    <a:bodyPr/>
                    <a:lstStyle/>
                    <a:p>
                      <a:pPr>
                        <a:buNone/>
                      </a:pPr>
                      <a:r>
                        <a:rPr lang="en-IN" b="1">
                          <a:latin typeface="Arial" panose="020B0604020202020204" pitchFamily="34" charset="0"/>
                          <a:cs typeface="Arial" panose="020B0604020202020204" pitchFamily="34" charset="0"/>
                        </a:rPr>
                        <a:t>Google Drive / WhatsApp groups</a:t>
                      </a:r>
                      <a:endParaRPr lang="en-IN">
                        <a:latin typeface="Arial" panose="020B0604020202020204" pitchFamily="34" charset="0"/>
                        <a:cs typeface="Arial" panose="020B0604020202020204" pitchFamily="34" charset="0"/>
                      </a:endParaRPr>
                    </a:p>
                  </a:txBody>
                  <a:tcPr anchor="ctr"/>
                </a:tc>
                <a:tc>
                  <a:txBody>
                    <a:bodyPr/>
                    <a:lstStyle/>
                    <a:p>
                      <a:pPr>
                        <a:buNone/>
                      </a:pPr>
                      <a:r>
                        <a:rPr lang="en-US">
                          <a:latin typeface="Arial" panose="020B0604020202020204" pitchFamily="34" charset="0"/>
                          <a:cs typeface="Arial" panose="020B0604020202020204" pitchFamily="34" charset="0"/>
                        </a:rPr>
                        <a:t>CSE students, informal sharing networks</a:t>
                      </a:r>
                    </a:p>
                  </a:txBody>
                  <a:tcPr anchor="ctr"/>
                </a:tc>
                <a:tc>
                  <a:txBody>
                    <a:bodyPr/>
                    <a:lstStyle/>
                    <a:p>
                      <a:pPr>
                        <a:buNone/>
                      </a:pPr>
                      <a:r>
                        <a:rPr lang="en-US">
                          <a:latin typeface="Arial" panose="020B0604020202020204" pitchFamily="34" charset="0"/>
                          <a:cs typeface="Arial" panose="020B0604020202020204" pitchFamily="34" charset="0"/>
                        </a:rPr>
                        <a:t>Manual file sharing, folders with PDFs and codes</a:t>
                      </a:r>
                    </a:p>
                  </a:txBody>
                  <a:tcPr anchor="ctr"/>
                </a:tc>
                <a:tc>
                  <a:txBody>
                    <a:bodyPr/>
                    <a:lstStyle/>
                    <a:p>
                      <a:pPr>
                        <a:buNone/>
                      </a:pPr>
                      <a:r>
                        <a:rPr lang="en-US">
                          <a:latin typeface="Arial" panose="020B0604020202020204" pitchFamily="34" charset="0"/>
                          <a:cs typeface="Arial" panose="020B0604020202020204" pitchFamily="34" charset="0"/>
                        </a:rPr>
                        <a:t>Free and fast, but </a:t>
                      </a:r>
                      <a:r>
                        <a:rPr lang="en-US" b="1">
                          <a:latin typeface="Arial" panose="020B0604020202020204" pitchFamily="34" charset="0"/>
                          <a:cs typeface="Arial" panose="020B0604020202020204" pitchFamily="34" charset="0"/>
                        </a:rPr>
                        <a:t>unorganized</a:t>
                      </a:r>
                      <a:r>
                        <a:rPr lang="en-US">
                          <a:latin typeface="Arial" panose="020B0604020202020204" pitchFamily="34" charset="0"/>
                          <a:cs typeface="Arial" panose="020B0604020202020204" pitchFamily="34" charset="0"/>
                        </a:rPr>
                        <a:t> and </a:t>
                      </a:r>
                      <a:r>
                        <a:rPr lang="en-US" b="1">
                          <a:latin typeface="Arial" panose="020B0604020202020204" pitchFamily="34" charset="0"/>
                          <a:cs typeface="Arial" panose="020B0604020202020204" pitchFamily="34" charset="0"/>
                        </a:rPr>
                        <a:t>not verified</a:t>
                      </a:r>
                      <a:endParaRPr lang="en-US">
                        <a:latin typeface="Arial" panose="020B0604020202020204" pitchFamily="34" charset="0"/>
                        <a:cs typeface="Arial" panose="020B0604020202020204" pitchFamily="34" charset="0"/>
                      </a:endParaRPr>
                    </a:p>
                  </a:txBody>
                  <a:tcPr anchor="ctr"/>
                </a:tc>
                <a:tc>
                  <a:txBody>
                    <a:bodyPr/>
                    <a:lstStyle/>
                    <a:p>
                      <a:pPr>
                        <a:buNone/>
                      </a:pPr>
                      <a:r>
                        <a:rPr lang="en-IN">
                          <a:latin typeface="Arial" panose="020B0604020202020204" pitchFamily="34" charset="0"/>
                          <a:cs typeface="Arial" panose="020B0604020202020204" pitchFamily="34" charset="0"/>
                        </a:rPr>
                        <a:t>Free</a:t>
                      </a:r>
                    </a:p>
                  </a:txBody>
                  <a:tcPr anchor="ctr"/>
                </a:tc>
                <a:extLst>
                  <a:ext uri="{0D108BD9-81ED-4DB2-BD59-A6C34878D82A}">
                    <a16:rowId xmlns:a16="http://schemas.microsoft.com/office/drawing/2014/main" val="2675685274"/>
                  </a:ext>
                </a:extLst>
              </a:tr>
              <a:tr h="996043">
                <a:tc>
                  <a:txBody>
                    <a:bodyPr/>
                    <a:lstStyle/>
                    <a:p>
                      <a:pPr>
                        <a:buNone/>
                      </a:pPr>
                      <a:r>
                        <a:rPr lang="en-IN" b="1">
                          <a:latin typeface="Arial" panose="020B0604020202020204" pitchFamily="34" charset="0"/>
                          <a:cs typeface="Arial" panose="020B0604020202020204" pitchFamily="34" charset="0"/>
                        </a:rPr>
                        <a:t>YouTube / Blogs</a:t>
                      </a:r>
                      <a:endParaRPr lang="en-IN">
                        <a:latin typeface="Arial" panose="020B0604020202020204" pitchFamily="34" charset="0"/>
                        <a:cs typeface="Arial" panose="020B0604020202020204" pitchFamily="34" charset="0"/>
                      </a:endParaRPr>
                    </a:p>
                  </a:txBody>
                  <a:tcPr anchor="ctr"/>
                </a:tc>
                <a:tc>
                  <a:txBody>
                    <a:bodyPr/>
                    <a:lstStyle/>
                    <a:p>
                      <a:pPr>
                        <a:buNone/>
                      </a:pPr>
                      <a:r>
                        <a:rPr lang="en-US">
                          <a:latin typeface="Arial" panose="020B0604020202020204" pitchFamily="34" charset="0"/>
                          <a:cs typeface="Arial" panose="020B0604020202020204" pitchFamily="34" charset="0"/>
                        </a:rPr>
                        <a:t>Students seeking code and viva walkthroughs</a:t>
                      </a:r>
                    </a:p>
                  </a:txBody>
                  <a:tcPr anchor="ctr"/>
                </a:tc>
                <a:tc>
                  <a:txBody>
                    <a:bodyPr/>
                    <a:lstStyle/>
                    <a:p>
                      <a:pPr>
                        <a:buNone/>
                      </a:pPr>
                      <a:r>
                        <a:rPr lang="en-IN">
                          <a:latin typeface="Arial" panose="020B0604020202020204" pitchFamily="34" charset="0"/>
                          <a:cs typeface="Arial" panose="020B0604020202020204" pitchFamily="34" charset="0"/>
                        </a:rPr>
                        <a:t>Video explanations, tutorials, comments</a:t>
                      </a:r>
                    </a:p>
                  </a:txBody>
                  <a:tcPr anchor="ctr"/>
                </a:tc>
                <a:tc>
                  <a:txBody>
                    <a:bodyPr/>
                    <a:lstStyle/>
                    <a:p>
                      <a:pPr>
                        <a:buNone/>
                      </a:pPr>
                      <a:r>
                        <a:rPr lang="en-US">
                          <a:latin typeface="Arial" panose="020B0604020202020204" pitchFamily="34" charset="0"/>
                          <a:cs typeface="Arial" panose="020B0604020202020204" pitchFamily="34" charset="0"/>
                        </a:rPr>
                        <a:t>Rich content, but often </a:t>
                      </a:r>
                      <a:r>
                        <a:rPr lang="en-US" b="1">
                          <a:latin typeface="Arial" panose="020B0604020202020204" pitchFamily="34" charset="0"/>
                          <a:cs typeface="Arial" panose="020B0604020202020204" pitchFamily="34" charset="0"/>
                        </a:rPr>
                        <a:t>not topic-aligned</a:t>
                      </a:r>
                      <a:r>
                        <a:rPr lang="en-US">
                          <a:latin typeface="Arial" panose="020B0604020202020204" pitchFamily="34" charset="0"/>
                          <a:cs typeface="Arial" panose="020B0604020202020204" pitchFamily="34" charset="0"/>
                        </a:rPr>
                        <a:t> or syllabus-mapped</a:t>
                      </a:r>
                    </a:p>
                  </a:txBody>
                  <a:tcPr anchor="ctr"/>
                </a:tc>
                <a:tc>
                  <a:txBody>
                    <a:bodyPr/>
                    <a:lstStyle/>
                    <a:p>
                      <a:pPr>
                        <a:buNone/>
                      </a:pPr>
                      <a:r>
                        <a:rPr lang="en-IN">
                          <a:latin typeface="Arial" panose="020B0604020202020204" pitchFamily="34" charset="0"/>
                          <a:cs typeface="Arial" panose="020B0604020202020204" pitchFamily="34" charset="0"/>
                        </a:rPr>
                        <a:t>Free / Ad-supported</a:t>
                      </a:r>
                    </a:p>
                  </a:txBody>
                  <a:tcPr anchor="ctr"/>
                </a:tc>
                <a:extLst>
                  <a:ext uri="{0D108BD9-81ED-4DB2-BD59-A6C34878D82A}">
                    <a16:rowId xmlns:a16="http://schemas.microsoft.com/office/drawing/2014/main" val="3689774148"/>
                  </a:ext>
                </a:extLst>
              </a:tr>
              <a:tr h="996043">
                <a:tc>
                  <a:txBody>
                    <a:bodyPr/>
                    <a:lstStyle/>
                    <a:p>
                      <a:pPr>
                        <a:buNone/>
                      </a:pP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PMS</a:t>
                      </a:r>
                      <a:endParaRPr lang="en-US" dirty="0">
                        <a:latin typeface="Arial" panose="020B0604020202020204" pitchFamily="34" charset="0"/>
                        <a:cs typeface="Arial" panose="020B0604020202020204" pitchFamily="34" charset="0"/>
                      </a:endParaRPr>
                    </a:p>
                  </a:txBody>
                  <a:tcPr anchor="ctr"/>
                </a:tc>
                <a:tc>
                  <a:txBody>
                    <a:bodyPr/>
                    <a:lstStyle/>
                    <a:p>
                      <a:pPr>
                        <a:buNone/>
                      </a:pPr>
                      <a:r>
                        <a:rPr lang="en-US" dirty="0">
                          <a:latin typeface="Arial" panose="020B0604020202020204" pitchFamily="34" charset="0"/>
                          <a:cs typeface="Arial" panose="020B0604020202020204" pitchFamily="34" charset="0"/>
                        </a:rPr>
                        <a:t>CSE students (2nd to 4th year), exam-focused learners</a:t>
                      </a:r>
                    </a:p>
                  </a:txBody>
                  <a:tcPr anchor="ctr"/>
                </a:tc>
                <a:tc>
                  <a:txBody>
                    <a:bodyPr/>
                    <a:lstStyle/>
                    <a:p>
                      <a:pPr>
                        <a:buNone/>
                      </a:pPr>
                      <a:r>
                        <a:rPr lang="en-US">
                          <a:latin typeface="Arial" panose="020B0604020202020204" pitchFamily="34" charset="0"/>
                          <a:cs typeface="Arial" panose="020B0604020202020204" pitchFamily="34" charset="0"/>
                        </a:rPr>
                        <a:t>Topic-wise experiment view, viva Qs, uploads, bookmarks, verified content</a:t>
                      </a:r>
                    </a:p>
                  </a:txBody>
                  <a:tcPr anchor="ctr"/>
                </a:tc>
                <a:tc>
                  <a:txBody>
                    <a:bodyPr/>
                    <a:lstStyle/>
                    <a:p>
                      <a:pPr>
                        <a:buNone/>
                      </a:pPr>
                      <a:r>
                        <a:rPr lang="en-US" b="1">
                          <a:latin typeface="Arial" panose="020B0604020202020204" pitchFamily="34" charset="0"/>
                          <a:cs typeface="Arial" panose="020B0604020202020204" pitchFamily="34" charset="0"/>
                        </a:rPr>
                        <a:t>Topic-aligned</a:t>
                      </a:r>
                      <a:r>
                        <a:rPr lang="en-US">
                          <a:latin typeface="Arial" panose="020B0604020202020204" pitchFamily="34" charset="0"/>
                          <a:cs typeface="Arial" panose="020B0604020202020204" pitchFamily="34" charset="0"/>
                        </a:rPr>
                        <a:t>, updated, centralized, with </a:t>
                      </a:r>
                      <a:r>
                        <a:rPr lang="en-US" b="1">
                          <a:latin typeface="Arial" panose="020B0604020202020204" pitchFamily="34" charset="0"/>
                          <a:cs typeface="Arial" panose="020B0604020202020204" pitchFamily="34" charset="0"/>
                        </a:rPr>
                        <a:t>personalization &amp; filtering</a:t>
                      </a:r>
                      <a:endParaRPr lang="en-US">
                        <a:latin typeface="Arial" panose="020B0604020202020204" pitchFamily="34" charset="0"/>
                        <a:cs typeface="Arial" panose="020B0604020202020204" pitchFamily="34" charset="0"/>
                      </a:endParaRPr>
                    </a:p>
                  </a:txBody>
                  <a:tcPr anchor="ctr"/>
                </a:tc>
                <a:tc>
                  <a:txBody>
                    <a:bodyPr/>
                    <a:lstStyle/>
                    <a:p>
                      <a:pPr>
                        <a:buNone/>
                      </a:pPr>
                      <a:r>
                        <a:rPr lang="en-IN" dirty="0">
                          <a:latin typeface="Arial" panose="020B0604020202020204" pitchFamily="34" charset="0"/>
                          <a:cs typeface="Arial" panose="020B0604020202020204" pitchFamily="34" charset="0"/>
                        </a:rPr>
                        <a:t>Free or university-supported</a:t>
                      </a:r>
                    </a:p>
                  </a:txBody>
                  <a:tcPr anchor="ctr"/>
                </a:tc>
                <a:extLst>
                  <a:ext uri="{0D108BD9-81ED-4DB2-BD59-A6C34878D82A}">
                    <a16:rowId xmlns:a16="http://schemas.microsoft.com/office/drawing/2014/main" val="3177106118"/>
                  </a:ext>
                </a:extLst>
              </a:tr>
            </a:tbl>
          </a:graphicData>
        </a:graphic>
      </p:graphicFrame>
    </p:spTree>
    <p:extLst>
      <p:ext uri="{BB962C8B-B14F-4D97-AF65-F5344CB8AC3E}">
        <p14:creationId xmlns:p14="http://schemas.microsoft.com/office/powerpoint/2010/main" val="906324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D8B4D-5BAE-40BA-A19C-B0A77C9A11CA}"/>
              </a:ext>
            </a:extLst>
          </p:cNvPr>
          <p:cNvSpPr>
            <a:spLocks noGrp="1"/>
          </p:cNvSpPr>
          <p:nvPr>
            <p:ph type="title"/>
          </p:nvPr>
        </p:nvSpPr>
        <p:spPr>
          <a:xfrm>
            <a:off x="4639170" y="-732272"/>
            <a:ext cx="5157971" cy="2456442"/>
          </a:xfrm>
        </p:spPr>
        <p:txBody>
          <a:bodyPr/>
          <a:lstStyle/>
          <a:p>
            <a:r>
              <a:rPr lang="en-US" dirty="0"/>
              <a:t>P</a:t>
            </a:r>
            <a:r>
              <a:rPr lang="en-US" noProof="0" dirty="0"/>
              <a:t>ersona-1</a:t>
            </a:r>
          </a:p>
        </p:txBody>
      </p:sp>
      <p:graphicFrame>
        <p:nvGraphicFramePr>
          <p:cNvPr id="17" name="Content Placeholder 16">
            <a:extLst>
              <a:ext uri="{FF2B5EF4-FFF2-40B4-BE49-F238E27FC236}">
                <a16:creationId xmlns:a16="http://schemas.microsoft.com/office/drawing/2014/main" id="{E2F92540-5733-C479-619A-205B0389E615}"/>
              </a:ext>
            </a:extLst>
          </p:cNvPr>
          <p:cNvGraphicFramePr>
            <a:graphicFrameLocks noGrp="1"/>
          </p:cNvGraphicFramePr>
          <p:nvPr>
            <p:ph sz="half" idx="15"/>
            <p:extLst>
              <p:ext uri="{D42A27DB-BD31-4B8C-83A1-F6EECF244321}">
                <p14:modId xmlns:p14="http://schemas.microsoft.com/office/powerpoint/2010/main" val="1247594478"/>
              </p:ext>
            </p:extLst>
          </p:nvPr>
        </p:nvGraphicFramePr>
        <p:xfrm>
          <a:off x="3822703" y="4834943"/>
          <a:ext cx="8064498" cy="1737360"/>
        </p:xfrm>
        <a:graphic>
          <a:graphicData uri="http://schemas.openxmlformats.org/drawingml/2006/table">
            <a:tbl>
              <a:tblPr firstRow="1" bandRow="1">
                <a:tableStyleId>{69012ECD-51FC-41F1-AA8D-1B2483CD663E}</a:tableStyleId>
              </a:tblPr>
              <a:tblGrid>
                <a:gridCol w="2688166">
                  <a:extLst>
                    <a:ext uri="{9D8B030D-6E8A-4147-A177-3AD203B41FA5}">
                      <a16:colId xmlns:a16="http://schemas.microsoft.com/office/drawing/2014/main" val="1012409046"/>
                    </a:ext>
                  </a:extLst>
                </a:gridCol>
                <a:gridCol w="2688166">
                  <a:extLst>
                    <a:ext uri="{9D8B030D-6E8A-4147-A177-3AD203B41FA5}">
                      <a16:colId xmlns:a16="http://schemas.microsoft.com/office/drawing/2014/main" val="3932211505"/>
                    </a:ext>
                  </a:extLst>
                </a:gridCol>
                <a:gridCol w="2688166">
                  <a:extLst>
                    <a:ext uri="{9D8B030D-6E8A-4147-A177-3AD203B41FA5}">
                      <a16:colId xmlns:a16="http://schemas.microsoft.com/office/drawing/2014/main" val="757878042"/>
                    </a:ext>
                  </a:extLst>
                </a:gridCol>
              </a:tblGrid>
              <a:tr h="1656442">
                <a:tc>
                  <a:txBody>
                    <a:bodyPr/>
                    <a:lstStyle/>
                    <a:p>
                      <a:r>
                        <a:rPr lang="en-US" dirty="0"/>
                        <a:t>*Pain Points </a:t>
                      </a:r>
                      <a:r>
                        <a:rPr lang="en-IN" dirty="0"/>
                        <a:t>Finds lab manuals inconsistent with updated experiments</a:t>
                      </a:r>
                    </a:p>
                    <a:p>
                      <a:r>
                        <a:rPr lang="en-IN" dirty="0"/>
                        <a:t>*Can’t find viva questions in one place</a:t>
                      </a:r>
                      <a:endParaRPr lang="en-US" dirty="0"/>
                    </a:p>
                  </a:txBody>
                  <a:tcPr/>
                </a:tc>
                <a:tc>
                  <a:txBody>
                    <a:bodyPr/>
                    <a:lstStyle/>
                    <a:p>
                      <a:r>
                        <a:rPr lang="en-US" dirty="0"/>
                        <a:t>Needs</a:t>
                      </a:r>
                    </a:p>
                    <a:p>
                      <a:r>
                        <a:rPr lang="en-US" dirty="0"/>
                        <a:t>*A topic-wise list of experiments matching his syllabus</a:t>
                      </a:r>
                      <a:br>
                        <a:rPr lang="en-US" dirty="0"/>
                      </a:br>
                      <a:r>
                        <a:rPr lang="en-US" dirty="0"/>
                        <a:t>*verified content or peer-reviewed files</a:t>
                      </a:r>
                      <a:endParaRPr lang="en-IN" dirty="0"/>
                    </a:p>
                  </a:txBody>
                  <a:tcPr>
                    <a:solidFill>
                      <a:schemeClr val="tx1">
                        <a:lumMod val="85000"/>
                        <a:lumOff val="15000"/>
                      </a:schemeClr>
                    </a:solidFill>
                  </a:tcPr>
                </a:tc>
                <a:tc>
                  <a:txBody>
                    <a:bodyPr/>
                    <a:lstStyle/>
                    <a:p>
                      <a:r>
                        <a:rPr lang="en-US" dirty="0"/>
                        <a:t>Tech expertise</a:t>
                      </a:r>
                    </a:p>
                    <a:p>
                      <a:r>
                        <a:rPr lang="en-US" dirty="0"/>
                        <a:t>Medium- Uses Google Drive, college LMS, basic coding tools, and simulators</a:t>
                      </a:r>
                      <a:endParaRPr lang="en-IN" dirty="0"/>
                    </a:p>
                  </a:txBody>
                  <a:tcPr/>
                </a:tc>
                <a:extLst>
                  <a:ext uri="{0D108BD9-81ED-4DB2-BD59-A6C34878D82A}">
                    <a16:rowId xmlns:a16="http://schemas.microsoft.com/office/drawing/2014/main" val="2816213340"/>
                  </a:ext>
                </a:extLst>
              </a:tr>
            </a:tbl>
          </a:graphicData>
        </a:graphic>
      </p:graphicFrame>
      <p:graphicFrame>
        <p:nvGraphicFramePr>
          <p:cNvPr id="6" name="Content Placeholder 5">
            <a:extLst>
              <a:ext uri="{FF2B5EF4-FFF2-40B4-BE49-F238E27FC236}">
                <a16:creationId xmlns:a16="http://schemas.microsoft.com/office/drawing/2014/main" id="{B1AFD641-3B04-6279-ECBD-1AADC486FBE8}"/>
              </a:ext>
            </a:extLst>
          </p:cNvPr>
          <p:cNvGraphicFramePr>
            <a:graphicFrameLocks noGrp="1"/>
          </p:cNvGraphicFramePr>
          <p:nvPr>
            <p:ph idx="1"/>
            <p:extLst>
              <p:ext uri="{D42A27DB-BD31-4B8C-83A1-F6EECF244321}">
                <p14:modId xmlns:p14="http://schemas.microsoft.com/office/powerpoint/2010/main" val="3059697348"/>
              </p:ext>
            </p:extLst>
          </p:nvPr>
        </p:nvGraphicFramePr>
        <p:xfrm>
          <a:off x="3822700" y="1396999"/>
          <a:ext cx="8064501" cy="1737360"/>
        </p:xfrm>
        <a:graphic>
          <a:graphicData uri="http://schemas.openxmlformats.org/drawingml/2006/table">
            <a:tbl>
              <a:tblPr firstRow="1" bandRow="1">
                <a:tableStyleId>{69012ECD-51FC-41F1-AA8D-1B2483CD663E}</a:tableStyleId>
              </a:tblPr>
              <a:tblGrid>
                <a:gridCol w="2688167">
                  <a:extLst>
                    <a:ext uri="{9D8B030D-6E8A-4147-A177-3AD203B41FA5}">
                      <a16:colId xmlns:a16="http://schemas.microsoft.com/office/drawing/2014/main" val="2315406740"/>
                    </a:ext>
                  </a:extLst>
                </a:gridCol>
                <a:gridCol w="2688167">
                  <a:extLst>
                    <a:ext uri="{9D8B030D-6E8A-4147-A177-3AD203B41FA5}">
                      <a16:colId xmlns:a16="http://schemas.microsoft.com/office/drawing/2014/main" val="2094629568"/>
                    </a:ext>
                  </a:extLst>
                </a:gridCol>
                <a:gridCol w="2688167">
                  <a:extLst>
                    <a:ext uri="{9D8B030D-6E8A-4147-A177-3AD203B41FA5}">
                      <a16:colId xmlns:a16="http://schemas.microsoft.com/office/drawing/2014/main" val="2277825133"/>
                    </a:ext>
                  </a:extLst>
                </a:gridCol>
              </a:tblGrid>
              <a:tr h="1656443">
                <a:tc>
                  <a:txBody>
                    <a:bodyPr/>
                    <a:lstStyle/>
                    <a:p>
                      <a:r>
                        <a:rPr lang="en-IN" dirty="0"/>
                        <a:t>Name: Nikith</a:t>
                      </a:r>
                    </a:p>
                    <a:p>
                      <a:r>
                        <a:rPr lang="en-IN" dirty="0"/>
                        <a:t>Age:20</a:t>
                      </a:r>
                      <a:br>
                        <a:rPr lang="en-IN" dirty="0"/>
                      </a:br>
                      <a:r>
                        <a:rPr lang="en-IN" dirty="0"/>
                        <a:t>Occupation:3</a:t>
                      </a:r>
                      <a:r>
                        <a:rPr lang="en-IN" baseline="30000" dirty="0"/>
                        <a:t>rd</a:t>
                      </a:r>
                      <a:r>
                        <a:rPr lang="en-IN" dirty="0"/>
                        <a:t> year student</a:t>
                      </a:r>
                      <a:br>
                        <a:rPr lang="en-IN" dirty="0"/>
                      </a:br>
                      <a:r>
                        <a:rPr lang="en-IN" dirty="0"/>
                        <a:t>Location:  LPU hostel</a:t>
                      </a:r>
                      <a:br>
                        <a:rPr lang="en-IN" dirty="0"/>
                      </a:br>
                      <a:r>
                        <a:rPr lang="en-IN" dirty="0"/>
                        <a:t>Branch: CSE</a:t>
                      </a:r>
                    </a:p>
                  </a:txBody>
                  <a:tcPr/>
                </a:tc>
                <a:tc>
                  <a:txBody>
                    <a:bodyPr/>
                    <a:lstStyle/>
                    <a:p>
                      <a:pPr marL="0" indent="0">
                        <a:buFont typeface="Arial" panose="020B0604020202020204" pitchFamily="34" charset="0"/>
                        <a:buNone/>
                      </a:pPr>
                      <a:r>
                        <a:rPr lang="en-IN" dirty="0"/>
                        <a:t>Personality</a:t>
                      </a:r>
                    </a:p>
                    <a:p>
                      <a:pPr marL="0" indent="0">
                        <a:buFont typeface="Arial" panose="020B0604020202020204" pitchFamily="34" charset="0"/>
                        <a:buNone/>
                      </a:pPr>
                      <a:r>
                        <a:rPr lang="en-IN" dirty="0"/>
                        <a:t>*Curious and hardworking</a:t>
                      </a:r>
                    </a:p>
                    <a:p>
                      <a:pPr marL="0" indent="0">
                        <a:buFont typeface="Arial" panose="020B0604020202020204" pitchFamily="34" charset="0"/>
                        <a:buNone/>
                      </a:pPr>
                      <a:r>
                        <a:rPr lang="en-IN" dirty="0"/>
                        <a:t>*Struggles under pressure</a:t>
                      </a:r>
                    </a:p>
                    <a:p>
                      <a:pPr marL="0" indent="0">
                        <a:buFont typeface="Arial" panose="020B0604020202020204" pitchFamily="34" charset="0"/>
                        <a:buNone/>
                      </a:pPr>
                      <a:r>
                        <a:rPr lang="en-IN" dirty="0"/>
                        <a:t>*Prefers structures systems and verified sources</a:t>
                      </a:r>
                    </a:p>
                  </a:txBody>
                  <a:tcPr>
                    <a:solidFill>
                      <a:schemeClr val="tx1">
                        <a:lumMod val="85000"/>
                        <a:lumOff val="15000"/>
                      </a:schemeClr>
                    </a:solidFill>
                  </a:tcPr>
                </a:tc>
                <a:tc>
                  <a:txBody>
                    <a:bodyPr/>
                    <a:lstStyle/>
                    <a:p>
                      <a:r>
                        <a:rPr lang="en-IN" dirty="0"/>
                        <a:t>Goals</a:t>
                      </a:r>
                    </a:p>
                    <a:p>
                      <a:r>
                        <a:rPr lang="en-IN" dirty="0"/>
                        <a:t>*Prepare well for the lab and viva</a:t>
                      </a:r>
                    </a:p>
                    <a:p>
                      <a:r>
                        <a:rPr lang="en-IN" dirty="0"/>
                        <a:t>*Reduce confusion with changing lab formats</a:t>
                      </a:r>
                    </a:p>
                    <a:p>
                      <a:r>
                        <a:rPr lang="en-IN" dirty="0"/>
                        <a:t>*Avoid wasting time</a:t>
                      </a:r>
                    </a:p>
                  </a:txBody>
                  <a:tcPr/>
                </a:tc>
                <a:extLst>
                  <a:ext uri="{0D108BD9-81ED-4DB2-BD59-A6C34878D82A}">
                    <a16:rowId xmlns:a16="http://schemas.microsoft.com/office/drawing/2014/main" val="2444299758"/>
                  </a:ext>
                </a:extLst>
              </a:tr>
            </a:tbl>
          </a:graphicData>
        </a:graphic>
      </p:graphicFrame>
      <p:graphicFrame>
        <p:nvGraphicFramePr>
          <p:cNvPr id="18" name="Table 17">
            <a:extLst>
              <a:ext uri="{FF2B5EF4-FFF2-40B4-BE49-F238E27FC236}">
                <a16:creationId xmlns:a16="http://schemas.microsoft.com/office/drawing/2014/main" id="{14EFB629-A9AF-A691-8745-992DE6EC4E3A}"/>
              </a:ext>
            </a:extLst>
          </p:cNvPr>
          <p:cNvGraphicFramePr>
            <a:graphicFrameLocks noGrp="1"/>
          </p:cNvGraphicFramePr>
          <p:nvPr>
            <p:extLst>
              <p:ext uri="{D42A27DB-BD31-4B8C-83A1-F6EECF244321}">
                <p14:modId xmlns:p14="http://schemas.microsoft.com/office/powerpoint/2010/main" val="441179884"/>
              </p:ext>
            </p:extLst>
          </p:nvPr>
        </p:nvGraphicFramePr>
        <p:xfrm>
          <a:off x="3822700" y="3253131"/>
          <a:ext cx="8064501" cy="1463040"/>
        </p:xfrm>
        <a:graphic>
          <a:graphicData uri="http://schemas.openxmlformats.org/drawingml/2006/table">
            <a:tbl>
              <a:tblPr firstRow="1" bandRow="1">
                <a:tableStyleId>{69012ECD-51FC-41F1-AA8D-1B2483CD663E}</a:tableStyleId>
              </a:tblPr>
              <a:tblGrid>
                <a:gridCol w="8064501">
                  <a:extLst>
                    <a:ext uri="{9D8B030D-6E8A-4147-A177-3AD203B41FA5}">
                      <a16:colId xmlns:a16="http://schemas.microsoft.com/office/drawing/2014/main" val="3364605484"/>
                    </a:ext>
                  </a:extLst>
                </a:gridCol>
              </a:tblGrid>
              <a:tr h="1163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Nikith is a 3rd-year CSE student at LPU who struggles to find reliable lab materials during exams. He’s frustrated by outdated PDFs and scattered resources across Drive and WhatsApp. He wants a centralized, topic-wise platform for accurate experiments and viva questions.</a:t>
                      </a:r>
                    </a:p>
                    <a:p>
                      <a:endParaRPr lang="en-IN" dirty="0"/>
                    </a:p>
                  </a:txBody>
                  <a:tcPr/>
                </a:tc>
                <a:extLst>
                  <a:ext uri="{0D108BD9-81ED-4DB2-BD59-A6C34878D82A}">
                    <a16:rowId xmlns:a16="http://schemas.microsoft.com/office/drawing/2014/main" val="1808675847"/>
                  </a:ext>
                </a:extLst>
              </a:tr>
            </a:tbl>
          </a:graphicData>
        </a:graphic>
      </p:graphicFrame>
      <p:pic>
        <p:nvPicPr>
          <p:cNvPr id="4" name="Picture 3">
            <a:extLst>
              <a:ext uri="{FF2B5EF4-FFF2-40B4-BE49-F238E27FC236}">
                <a16:creationId xmlns:a16="http://schemas.microsoft.com/office/drawing/2014/main" id="{2B9F4465-0660-4F5A-CC1E-148CDF9A046F}"/>
              </a:ext>
            </a:extLst>
          </p:cNvPr>
          <p:cNvPicPr>
            <a:picLocks noChangeAspect="1"/>
          </p:cNvPicPr>
          <p:nvPr/>
        </p:nvPicPr>
        <p:blipFill>
          <a:blip r:embed="rId3"/>
          <a:stretch>
            <a:fillRect/>
          </a:stretch>
        </p:blipFill>
        <p:spPr>
          <a:xfrm>
            <a:off x="22663" y="495949"/>
            <a:ext cx="3470750" cy="4963218"/>
          </a:xfrm>
          <a:prstGeom prst="rect">
            <a:avLst/>
          </a:prstGeom>
          <a:ln>
            <a:noFill/>
          </a:ln>
          <a:effectLst>
            <a:softEdge rad="112500"/>
          </a:effectLst>
        </p:spPr>
      </p:pic>
      <p:sp>
        <p:nvSpPr>
          <p:cNvPr id="5" name="TextBox 4">
            <a:extLst>
              <a:ext uri="{FF2B5EF4-FFF2-40B4-BE49-F238E27FC236}">
                <a16:creationId xmlns:a16="http://schemas.microsoft.com/office/drawing/2014/main" id="{D7AFB41A-E365-4C1A-0ADD-15B0696E0C7A}"/>
              </a:ext>
            </a:extLst>
          </p:cNvPr>
          <p:cNvSpPr txBox="1"/>
          <p:nvPr/>
        </p:nvSpPr>
        <p:spPr>
          <a:xfrm>
            <a:off x="204780" y="5459167"/>
            <a:ext cx="3288633" cy="1200329"/>
          </a:xfrm>
          <a:prstGeom prst="rect">
            <a:avLst/>
          </a:prstGeom>
          <a:noFill/>
        </p:spPr>
        <p:txBody>
          <a:bodyPr wrap="square" rtlCol="0">
            <a:spAutoFit/>
          </a:bodyPr>
          <a:lstStyle/>
          <a:p>
            <a:r>
              <a:rPr lang="en-US" b="1" dirty="0"/>
              <a:t>I just want to study what’s needed, without having to dig through 10 different folders and ask 5 people for links.</a:t>
            </a:r>
            <a:endParaRPr lang="en-IN" b="1" dirty="0"/>
          </a:p>
        </p:txBody>
      </p:sp>
    </p:spTree>
    <p:extLst>
      <p:ext uri="{BB962C8B-B14F-4D97-AF65-F5344CB8AC3E}">
        <p14:creationId xmlns:p14="http://schemas.microsoft.com/office/powerpoint/2010/main" val="154346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425FB-B12D-65B3-658F-4D5C5AE6B0B2}"/>
              </a:ext>
            </a:extLst>
          </p:cNvPr>
          <p:cNvSpPr>
            <a:spLocks noGrp="1"/>
          </p:cNvSpPr>
          <p:nvPr>
            <p:ph type="title"/>
          </p:nvPr>
        </p:nvSpPr>
        <p:spPr/>
        <p:txBody>
          <a:bodyPr/>
          <a:lstStyle/>
          <a:p>
            <a:endParaRPr lang="en-IN" dirty="0"/>
          </a:p>
        </p:txBody>
      </p:sp>
      <p:sp>
        <p:nvSpPr>
          <p:cNvPr id="4" name="TextBox 3">
            <a:extLst>
              <a:ext uri="{FF2B5EF4-FFF2-40B4-BE49-F238E27FC236}">
                <a16:creationId xmlns:a16="http://schemas.microsoft.com/office/drawing/2014/main" id="{9D260083-0E6B-306B-4520-804F7F280A24}"/>
              </a:ext>
            </a:extLst>
          </p:cNvPr>
          <p:cNvSpPr txBox="1"/>
          <p:nvPr/>
        </p:nvSpPr>
        <p:spPr>
          <a:xfrm>
            <a:off x="3383280" y="-92075"/>
            <a:ext cx="5227320" cy="553998"/>
          </a:xfrm>
          <a:prstGeom prst="rect">
            <a:avLst/>
          </a:prstGeom>
          <a:noFill/>
        </p:spPr>
        <p:txBody>
          <a:bodyPr wrap="square" rtlCol="0">
            <a:spAutoFit/>
          </a:bodyPr>
          <a:lstStyle/>
          <a:p>
            <a:r>
              <a:rPr lang="en-US" sz="3000" b="1" dirty="0">
                <a:latin typeface="Arial" panose="020B0604020202020204" pitchFamily="34" charset="0"/>
                <a:cs typeface="Arial" panose="020B0604020202020204" pitchFamily="34" charset="0"/>
              </a:rPr>
              <a:t>Persona-2</a:t>
            </a:r>
            <a:endParaRPr lang="en-IN" sz="3000" b="1" dirty="0">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DD18AEAF-DEFD-F2A2-180D-7B018EB6492C}"/>
              </a:ext>
            </a:extLst>
          </p:cNvPr>
          <p:cNvGraphicFramePr>
            <a:graphicFrameLocks noGrp="1"/>
          </p:cNvGraphicFramePr>
          <p:nvPr>
            <p:extLst>
              <p:ext uri="{D42A27DB-BD31-4B8C-83A1-F6EECF244321}">
                <p14:modId xmlns:p14="http://schemas.microsoft.com/office/powerpoint/2010/main" val="2335338615"/>
              </p:ext>
            </p:extLst>
          </p:nvPr>
        </p:nvGraphicFramePr>
        <p:xfrm>
          <a:off x="57450" y="343952"/>
          <a:ext cx="8610600" cy="2286000"/>
        </p:xfrm>
        <a:graphic>
          <a:graphicData uri="http://schemas.openxmlformats.org/drawingml/2006/table">
            <a:tbl>
              <a:tblPr firstRow="1" bandRow="1">
                <a:tableStyleId>{69012ECD-51FC-41F1-AA8D-1B2483CD663E}</a:tableStyleId>
              </a:tblPr>
              <a:tblGrid>
                <a:gridCol w="2592439">
                  <a:extLst>
                    <a:ext uri="{9D8B030D-6E8A-4147-A177-3AD203B41FA5}">
                      <a16:colId xmlns:a16="http://schemas.microsoft.com/office/drawing/2014/main" val="696376783"/>
                    </a:ext>
                  </a:extLst>
                </a:gridCol>
                <a:gridCol w="2854769">
                  <a:extLst>
                    <a:ext uri="{9D8B030D-6E8A-4147-A177-3AD203B41FA5}">
                      <a16:colId xmlns:a16="http://schemas.microsoft.com/office/drawing/2014/main" val="3828961579"/>
                    </a:ext>
                  </a:extLst>
                </a:gridCol>
                <a:gridCol w="3163392">
                  <a:extLst>
                    <a:ext uri="{9D8B030D-6E8A-4147-A177-3AD203B41FA5}">
                      <a16:colId xmlns:a16="http://schemas.microsoft.com/office/drawing/2014/main" val="3039282614"/>
                    </a:ext>
                  </a:extLst>
                </a:gridCol>
              </a:tblGrid>
              <a:tr h="2158722">
                <a:tc>
                  <a:txBody>
                    <a:bodyPr/>
                    <a:lstStyle/>
                    <a:p>
                      <a:r>
                        <a:rPr lang="en-US" b="1" dirty="0"/>
                        <a:t>Name:</a:t>
                      </a:r>
                      <a:r>
                        <a:rPr lang="en-US" dirty="0"/>
                        <a:t> Rahul Varma</a:t>
                      </a:r>
                      <a:br>
                        <a:rPr lang="en-US" dirty="0"/>
                      </a:br>
                      <a:r>
                        <a:rPr lang="en-US" b="1" dirty="0"/>
                        <a:t>Age:</a:t>
                      </a:r>
                      <a:r>
                        <a:rPr lang="en-US" dirty="0"/>
                        <a:t> 21</a:t>
                      </a:r>
                      <a:br>
                        <a:rPr lang="en-US" dirty="0"/>
                      </a:br>
                      <a:r>
                        <a:rPr lang="en-US" b="1" dirty="0"/>
                        <a:t>Occupation:</a:t>
                      </a:r>
                      <a:r>
                        <a:rPr lang="en-US" dirty="0"/>
                        <a:t> 2nd year student</a:t>
                      </a:r>
                      <a:br>
                        <a:rPr lang="en-US" dirty="0"/>
                      </a:br>
                      <a:r>
                        <a:rPr lang="en-US" b="1" dirty="0"/>
                        <a:t>Location:</a:t>
                      </a:r>
                      <a:r>
                        <a:rPr lang="en-US" dirty="0"/>
                        <a:t> Off-campus apartment, LPU</a:t>
                      </a:r>
                      <a:br>
                        <a:rPr lang="en-US" dirty="0"/>
                      </a:br>
                      <a:r>
                        <a:rPr lang="en-US" b="1" dirty="0"/>
                        <a:t>Branch:</a:t>
                      </a:r>
                      <a:r>
                        <a:rPr lang="en-US" dirty="0"/>
                        <a:t> CSE</a:t>
                      </a:r>
                      <a:endParaRPr lang="en-IN" dirty="0"/>
                    </a:p>
                  </a:txBody>
                  <a:tcPr/>
                </a:tc>
                <a:tc>
                  <a:txBody>
                    <a:bodyPr/>
                    <a:lstStyle/>
                    <a:p>
                      <a:r>
                        <a:rPr lang="en-US" b="1" dirty="0"/>
                        <a:t>Personality</a:t>
                      </a:r>
                    </a:p>
                    <a:p>
                      <a:pPr marL="285750" indent="-285750">
                        <a:buFont typeface="Arial" panose="020B0604020202020204" pitchFamily="34" charset="0"/>
                        <a:buChar char="•"/>
                      </a:pPr>
                      <a:r>
                        <a:rPr lang="en-US" dirty="0"/>
                        <a:t>Avoids relying on WhatsApp or group links</a:t>
                      </a:r>
                    </a:p>
                    <a:p>
                      <a:pPr marL="285750" indent="-285750">
                        <a:buFont typeface="Arial" panose="020B0604020202020204" pitchFamily="34" charset="0"/>
                        <a:buChar char="•"/>
                      </a:pPr>
                      <a:r>
                        <a:rPr lang="en-US" dirty="0"/>
                        <a:t>Likes interactive and mobile-friendly content</a:t>
                      </a:r>
                    </a:p>
                    <a:p>
                      <a:pPr marL="285750" indent="-285750">
                        <a:buFont typeface="Arial" panose="020B0604020202020204" pitchFamily="34" charset="0"/>
                        <a:buChar char="•"/>
                      </a:pPr>
                      <a:r>
                        <a:rPr lang="en-US" dirty="0"/>
                        <a:t>Struggles to stay organized during exam time</a:t>
                      </a:r>
                      <a:endParaRPr lang="en-IN" dirty="0"/>
                    </a:p>
                  </a:txBody>
                  <a:tcPr>
                    <a:solidFill>
                      <a:schemeClr val="tx1">
                        <a:lumMod val="85000"/>
                        <a:lumOff val="15000"/>
                      </a:schemeClr>
                    </a:solidFill>
                  </a:tcPr>
                </a:tc>
                <a:tc>
                  <a:txBody>
                    <a:bodyPr/>
                    <a:lstStyle/>
                    <a:p>
                      <a:r>
                        <a:rPr lang="en-US" b="1" dirty="0"/>
                        <a:t>Goals</a:t>
                      </a:r>
                    </a:p>
                    <a:p>
                      <a:pPr marL="285750" indent="-285750">
                        <a:buFont typeface="Arial" panose="020B0604020202020204" pitchFamily="34" charset="0"/>
                        <a:buChar char="•"/>
                      </a:pPr>
                      <a:r>
                        <a:rPr lang="en-US" dirty="0"/>
                        <a:t>Understand lab experiments through visuals</a:t>
                      </a:r>
                    </a:p>
                    <a:p>
                      <a:pPr marL="285750" indent="-285750">
                        <a:buFont typeface="Arial" panose="020B0604020202020204" pitchFamily="34" charset="0"/>
                        <a:buChar char="•"/>
                      </a:pPr>
                      <a:r>
                        <a:rPr lang="en-US" dirty="0"/>
                        <a:t>Avoid last-minute confusion during viva</a:t>
                      </a:r>
                    </a:p>
                    <a:p>
                      <a:pPr marL="285750" indent="-285750">
                        <a:buFont typeface="Arial" panose="020B0604020202020204" pitchFamily="34" charset="0"/>
                        <a:buChar char="•"/>
                      </a:pPr>
                      <a:r>
                        <a:rPr lang="en-US" dirty="0"/>
                        <a:t>Access structured, updated lab content anytime</a:t>
                      </a:r>
                    </a:p>
                    <a:p>
                      <a:endParaRPr lang="en-IN" dirty="0"/>
                    </a:p>
                  </a:txBody>
                  <a:tcPr/>
                </a:tc>
                <a:extLst>
                  <a:ext uri="{0D108BD9-81ED-4DB2-BD59-A6C34878D82A}">
                    <a16:rowId xmlns:a16="http://schemas.microsoft.com/office/drawing/2014/main" val="2356847326"/>
                  </a:ext>
                </a:extLst>
              </a:tr>
            </a:tbl>
          </a:graphicData>
        </a:graphic>
      </p:graphicFrame>
      <p:graphicFrame>
        <p:nvGraphicFramePr>
          <p:cNvPr id="6" name="Table 5">
            <a:extLst>
              <a:ext uri="{FF2B5EF4-FFF2-40B4-BE49-F238E27FC236}">
                <a16:creationId xmlns:a16="http://schemas.microsoft.com/office/drawing/2014/main" id="{667547F7-DB6C-7130-03A3-A13AB049D014}"/>
              </a:ext>
            </a:extLst>
          </p:cNvPr>
          <p:cNvGraphicFramePr>
            <a:graphicFrameLocks noGrp="1"/>
          </p:cNvGraphicFramePr>
          <p:nvPr>
            <p:extLst>
              <p:ext uri="{D42A27DB-BD31-4B8C-83A1-F6EECF244321}">
                <p14:modId xmlns:p14="http://schemas.microsoft.com/office/powerpoint/2010/main" val="2299853373"/>
              </p:ext>
            </p:extLst>
          </p:nvPr>
        </p:nvGraphicFramePr>
        <p:xfrm>
          <a:off x="0" y="2709466"/>
          <a:ext cx="8668050" cy="1737360"/>
        </p:xfrm>
        <a:graphic>
          <a:graphicData uri="http://schemas.openxmlformats.org/drawingml/2006/table">
            <a:tbl>
              <a:tblPr firstRow="1" bandRow="1">
                <a:tableStyleId>{69012ECD-51FC-41F1-AA8D-1B2483CD663E}</a:tableStyleId>
              </a:tblPr>
              <a:tblGrid>
                <a:gridCol w="8668050">
                  <a:extLst>
                    <a:ext uri="{9D8B030D-6E8A-4147-A177-3AD203B41FA5}">
                      <a16:colId xmlns:a16="http://schemas.microsoft.com/office/drawing/2014/main" val="4194309442"/>
                    </a:ext>
                  </a:extLst>
                </a:gridCol>
              </a:tblGrid>
              <a:tr h="15034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Rahul is a 2nd-year CS student at LPU who prefers to study independently from his off-campus apartment. While he's tech-savvy and curious, he often gets confused when lab topics shift mid-semester. Group chats are overwhelming, and finding specific experiments is a struggle. He wishes for an organized, visual-first app that lets him browse topic-wise lab experiments and viva questions without distractions.</a:t>
                      </a:r>
                    </a:p>
                    <a:p>
                      <a:endParaRPr lang="en-IN" dirty="0"/>
                    </a:p>
                  </a:txBody>
                  <a:tcPr/>
                </a:tc>
                <a:extLst>
                  <a:ext uri="{0D108BD9-81ED-4DB2-BD59-A6C34878D82A}">
                    <a16:rowId xmlns:a16="http://schemas.microsoft.com/office/drawing/2014/main" val="3076936064"/>
                  </a:ext>
                </a:extLst>
              </a:tr>
            </a:tbl>
          </a:graphicData>
        </a:graphic>
      </p:graphicFrame>
      <p:graphicFrame>
        <p:nvGraphicFramePr>
          <p:cNvPr id="7" name="Table 6">
            <a:extLst>
              <a:ext uri="{FF2B5EF4-FFF2-40B4-BE49-F238E27FC236}">
                <a16:creationId xmlns:a16="http://schemas.microsoft.com/office/drawing/2014/main" id="{BBD11952-CABE-6E4E-3581-9808E104A10B}"/>
              </a:ext>
            </a:extLst>
          </p:cNvPr>
          <p:cNvGraphicFramePr>
            <a:graphicFrameLocks noGrp="1"/>
          </p:cNvGraphicFramePr>
          <p:nvPr>
            <p:extLst>
              <p:ext uri="{D42A27DB-BD31-4B8C-83A1-F6EECF244321}">
                <p14:modId xmlns:p14="http://schemas.microsoft.com/office/powerpoint/2010/main" val="1298559286"/>
              </p:ext>
            </p:extLst>
          </p:nvPr>
        </p:nvGraphicFramePr>
        <p:xfrm>
          <a:off x="0" y="4605854"/>
          <a:ext cx="8610600" cy="2286000"/>
        </p:xfrm>
        <a:graphic>
          <a:graphicData uri="http://schemas.openxmlformats.org/drawingml/2006/table">
            <a:tbl>
              <a:tblPr firstRow="1" bandRow="1">
                <a:tableStyleId>{69012ECD-51FC-41F1-AA8D-1B2483CD663E}</a:tableStyleId>
              </a:tblPr>
              <a:tblGrid>
                <a:gridCol w="3383280">
                  <a:extLst>
                    <a:ext uri="{9D8B030D-6E8A-4147-A177-3AD203B41FA5}">
                      <a16:colId xmlns:a16="http://schemas.microsoft.com/office/drawing/2014/main" val="726708950"/>
                    </a:ext>
                  </a:extLst>
                </a:gridCol>
                <a:gridCol w="2636520">
                  <a:extLst>
                    <a:ext uri="{9D8B030D-6E8A-4147-A177-3AD203B41FA5}">
                      <a16:colId xmlns:a16="http://schemas.microsoft.com/office/drawing/2014/main" val="1131439455"/>
                    </a:ext>
                  </a:extLst>
                </a:gridCol>
                <a:gridCol w="2590800">
                  <a:extLst>
                    <a:ext uri="{9D8B030D-6E8A-4147-A177-3AD203B41FA5}">
                      <a16:colId xmlns:a16="http://schemas.microsoft.com/office/drawing/2014/main" val="2451673921"/>
                    </a:ext>
                  </a:extLst>
                </a:gridCol>
              </a:tblGrid>
              <a:tr h="2039481">
                <a:tc>
                  <a:txBody>
                    <a:bodyPr/>
                    <a:lstStyle/>
                    <a:p>
                      <a:r>
                        <a:rPr lang="en-US" b="1" dirty="0"/>
                        <a:t>Pain Points</a:t>
                      </a:r>
                    </a:p>
                    <a:p>
                      <a:pPr marL="285750" indent="-285750">
                        <a:buFont typeface="Arial" panose="020B0604020202020204" pitchFamily="34" charset="0"/>
                        <a:buChar char="•"/>
                      </a:pPr>
                      <a:r>
                        <a:rPr lang="en-US" dirty="0"/>
                        <a:t>Can’t find matching resources when labs change</a:t>
                      </a:r>
                    </a:p>
                    <a:p>
                      <a:pPr marL="285750" indent="-285750">
                        <a:buFont typeface="Arial" panose="020B0604020202020204" pitchFamily="34" charset="0"/>
                        <a:buChar char="•"/>
                      </a:pPr>
                      <a:r>
                        <a:rPr lang="en-US" dirty="0"/>
                        <a:t>Too many random links and outdated files</a:t>
                      </a:r>
                    </a:p>
                    <a:p>
                      <a:pPr marL="285750" indent="-285750">
                        <a:buFont typeface="Arial" panose="020B0604020202020204" pitchFamily="34" charset="0"/>
                        <a:buChar char="•"/>
                      </a:pPr>
                      <a:r>
                        <a:rPr lang="en-US" dirty="0"/>
                        <a:t>Visual clarity missing in current lab notes</a:t>
                      </a:r>
                    </a:p>
                    <a:p>
                      <a:endParaRPr lang="en-IN" dirty="0"/>
                    </a:p>
                  </a:txBody>
                  <a:tcPr/>
                </a:tc>
                <a:tc>
                  <a:txBody>
                    <a:bodyPr/>
                    <a:lstStyle/>
                    <a:p>
                      <a:r>
                        <a:rPr lang="en-US" b="1" dirty="0"/>
                        <a:t>Needs</a:t>
                      </a:r>
                    </a:p>
                    <a:p>
                      <a:r>
                        <a:rPr lang="en-US" dirty="0"/>
                        <a:t>Visuals (like flowcharts/diagrams) for each experiment</a:t>
                      </a:r>
                    </a:p>
                    <a:p>
                      <a:r>
                        <a:rPr lang="en-US" dirty="0"/>
                        <a:t>Topic filters matching syllabus</a:t>
                      </a:r>
                    </a:p>
                    <a:p>
                      <a:endParaRPr lang="en-IN" dirty="0"/>
                    </a:p>
                  </a:txBody>
                  <a:tcPr>
                    <a:solidFill>
                      <a:schemeClr val="tx1">
                        <a:lumMod val="85000"/>
                        <a:lumOff val="15000"/>
                      </a:schemeClr>
                    </a:solidFill>
                  </a:tcPr>
                </a:tc>
                <a:tc>
                  <a:txBody>
                    <a:bodyPr/>
                    <a:lstStyle/>
                    <a:p>
                      <a:r>
                        <a:rPr lang="en-US" b="1" dirty="0"/>
                        <a:t>Tech Expertise</a:t>
                      </a:r>
                    </a:p>
                    <a:p>
                      <a:pPr marL="285750" indent="-285750">
                        <a:buFont typeface="Arial" panose="020B0604020202020204" pitchFamily="34" charset="0"/>
                        <a:buChar char="•"/>
                      </a:pPr>
                      <a:r>
                        <a:rPr lang="en-US" b="1" dirty="0"/>
                        <a:t>High</a:t>
                      </a:r>
                      <a:r>
                        <a:rPr lang="en-US" dirty="0"/>
                        <a:t> – Regular mobile app user, uses YouTube, GitHub, Notion, and simulation tools for learning</a:t>
                      </a:r>
                    </a:p>
                    <a:p>
                      <a:endParaRPr lang="en-IN" dirty="0"/>
                    </a:p>
                  </a:txBody>
                  <a:tcPr/>
                </a:tc>
                <a:extLst>
                  <a:ext uri="{0D108BD9-81ED-4DB2-BD59-A6C34878D82A}">
                    <a16:rowId xmlns:a16="http://schemas.microsoft.com/office/drawing/2014/main" val="2355935071"/>
                  </a:ext>
                </a:extLst>
              </a:tr>
            </a:tbl>
          </a:graphicData>
        </a:graphic>
      </p:graphicFrame>
      <p:pic>
        <p:nvPicPr>
          <p:cNvPr id="9" name="Picture 8">
            <a:extLst>
              <a:ext uri="{FF2B5EF4-FFF2-40B4-BE49-F238E27FC236}">
                <a16:creationId xmlns:a16="http://schemas.microsoft.com/office/drawing/2014/main" id="{01EC2131-2EBC-20BC-6ABF-18E20A397C7F}"/>
              </a:ext>
            </a:extLst>
          </p:cNvPr>
          <p:cNvPicPr>
            <a:picLocks noChangeAspect="1"/>
          </p:cNvPicPr>
          <p:nvPr/>
        </p:nvPicPr>
        <p:blipFill>
          <a:blip r:embed="rId2"/>
          <a:stretch>
            <a:fillRect/>
          </a:stretch>
        </p:blipFill>
        <p:spPr>
          <a:xfrm>
            <a:off x="8553150" y="818436"/>
            <a:ext cx="3581400" cy="4582164"/>
          </a:xfrm>
          <a:prstGeom prst="rect">
            <a:avLst/>
          </a:prstGeom>
          <a:ln>
            <a:noFill/>
          </a:ln>
          <a:effectLst>
            <a:softEdge rad="112500"/>
          </a:effectLst>
        </p:spPr>
      </p:pic>
      <p:sp>
        <p:nvSpPr>
          <p:cNvPr id="10" name="TextBox 9">
            <a:extLst>
              <a:ext uri="{FF2B5EF4-FFF2-40B4-BE49-F238E27FC236}">
                <a16:creationId xmlns:a16="http://schemas.microsoft.com/office/drawing/2014/main" id="{D1BACFC1-508E-6617-4AEF-B9F025486E40}"/>
              </a:ext>
            </a:extLst>
          </p:cNvPr>
          <p:cNvSpPr txBox="1"/>
          <p:nvPr/>
        </p:nvSpPr>
        <p:spPr>
          <a:xfrm>
            <a:off x="8705550" y="5439399"/>
            <a:ext cx="3429000" cy="1200329"/>
          </a:xfrm>
          <a:prstGeom prst="rect">
            <a:avLst/>
          </a:prstGeom>
          <a:noFill/>
        </p:spPr>
        <p:txBody>
          <a:bodyPr wrap="square" rtlCol="0">
            <a:spAutoFit/>
          </a:bodyPr>
          <a:lstStyle/>
          <a:p>
            <a:r>
              <a:rPr lang="en-US" dirty="0"/>
              <a:t>I don’t want to waste time hunting for experiments — I just need clear, topic-wise labs that help me understand and prepare better</a:t>
            </a:r>
            <a:endParaRPr lang="en-IN" dirty="0"/>
          </a:p>
        </p:txBody>
      </p:sp>
    </p:spTree>
    <p:extLst>
      <p:ext uri="{BB962C8B-B14F-4D97-AF65-F5344CB8AC3E}">
        <p14:creationId xmlns:p14="http://schemas.microsoft.com/office/powerpoint/2010/main" val="1225977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3BA4FD0-2CD2-2580-1B4C-7C55BA41E5DD}"/>
              </a:ext>
            </a:extLst>
          </p:cNvPr>
          <p:cNvSpPr>
            <a:spLocks noGrp="1"/>
          </p:cNvSpPr>
          <p:nvPr>
            <p:ph type="title"/>
          </p:nvPr>
        </p:nvSpPr>
        <p:spPr>
          <a:xfrm>
            <a:off x="8951262" y="2349925"/>
            <a:ext cx="2937576" cy="2456442"/>
          </a:xfrm>
        </p:spPr>
        <p:txBody>
          <a:bodyPr/>
          <a:lstStyle/>
          <a:p>
            <a:r>
              <a:rPr lang="en-US" dirty="0"/>
              <a:t>Empathy Map</a:t>
            </a:r>
          </a:p>
        </p:txBody>
      </p:sp>
      <p:graphicFrame>
        <p:nvGraphicFramePr>
          <p:cNvPr id="3" name="Content Placeholder 2">
            <a:extLst>
              <a:ext uri="{FF2B5EF4-FFF2-40B4-BE49-F238E27FC236}">
                <a16:creationId xmlns:a16="http://schemas.microsoft.com/office/drawing/2014/main" id="{F54FFF0A-4EE6-9BD5-A134-017C9763318D}"/>
              </a:ext>
            </a:extLst>
          </p:cNvPr>
          <p:cNvGraphicFramePr>
            <a:graphicFrameLocks noGrp="1"/>
          </p:cNvGraphicFramePr>
          <p:nvPr>
            <p:ph idx="1"/>
            <p:extLst>
              <p:ext uri="{D42A27DB-BD31-4B8C-83A1-F6EECF244321}">
                <p14:modId xmlns:p14="http://schemas.microsoft.com/office/powerpoint/2010/main" val="4081936832"/>
              </p:ext>
            </p:extLst>
          </p:nvPr>
        </p:nvGraphicFramePr>
        <p:xfrm>
          <a:off x="804863" y="811212"/>
          <a:ext cx="7493000" cy="5486400"/>
        </p:xfrm>
        <a:graphic>
          <a:graphicData uri="http://schemas.openxmlformats.org/drawingml/2006/table">
            <a:tbl>
              <a:tblPr bandRow="1" bandCol="1">
                <a:tableStyleId>{69012ECD-51FC-41F1-AA8D-1B2483CD663E}</a:tableStyleId>
              </a:tblPr>
              <a:tblGrid>
                <a:gridCol w="3685494">
                  <a:extLst>
                    <a:ext uri="{9D8B030D-6E8A-4147-A177-3AD203B41FA5}">
                      <a16:colId xmlns:a16="http://schemas.microsoft.com/office/drawing/2014/main" val="3140389980"/>
                    </a:ext>
                  </a:extLst>
                </a:gridCol>
                <a:gridCol w="3807506">
                  <a:extLst>
                    <a:ext uri="{9D8B030D-6E8A-4147-A177-3AD203B41FA5}">
                      <a16:colId xmlns:a16="http://schemas.microsoft.com/office/drawing/2014/main" val="108012870"/>
                    </a:ext>
                  </a:extLst>
                </a:gridCol>
              </a:tblGrid>
              <a:tr h="2287126">
                <a:tc>
                  <a:txBody>
                    <a:bodyPr/>
                    <a:lstStyle/>
                    <a:p>
                      <a:r>
                        <a:rPr lang="en-US" sz="3000" dirty="0"/>
                        <a:t>               </a:t>
                      </a:r>
                      <a:r>
                        <a:rPr lang="en-US" sz="3000" b="1" u="sng" dirty="0"/>
                        <a:t>SAYS                  </a:t>
                      </a:r>
                    </a:p>
                    <a:p>
                      <a:pPr marL="285750" indent="-285750">
                        <a:buFont typeface="Arial" panose="020B0604020202020204" pitchFamily="34" charset="0"/>
                        <a:buChar char="•"/>
                      </a:pPr>
                      <a:r>
                        <a:rPr lang="en-US" dirty="0"/>
                        <a:t>I can’t find the correct lab experiment anywhere</a:t>
                      </a:r>
                    </a:p>
                    <a:p>
                      <a:pPr marL="285750" indent="-285750">
                        <a:buFont typeface="Arial" panose="020B0604020202020204" pitchFamily="34" charset="0"/>
                        <a:buChar char="•"/>
                      </a:pPr>
                      <a:r>
                        <a:rPr lang="en-US" dirty="0"/>
                        <a:t>This PDF isn’t even updated to this semester’s format</a:t>
                      </a:r>
                    </a:p>
                    <a:p>
                      <a:pPr marL="285750" indent="-285750">
                        <a:buFont typeface="Arial" panose="020B0604020202020204" pitchFamily="34" charset="0"/>
                        <a:buChar char="•"/>
                      </a:pPr>
                      <a:r>
                        <a:rPr lang="en-US" dirty="0"/>
                        <a:t>Why isn’t everything arranged topic-wise?</a:t>
                      </a:r>
                      <a:endParaRPr lang="en-IN" sz="1800" b="1" u="sng" dirty="0"/>
                    </a:p>
                  </a:txBody>
                  <a:tcPr/>
                </a:tc>
                <a:tc>
                  <a:txBody>
                    <a:bodyPr/>
                    <a:lstStyle/>
                    <a:p>
                      <a:r>
                        <a:rPr lang="en-US" sz="3000" b="1" u="none" dirty="0"/>
                        <a:t>              </a:t>
                      </a:r>
                      <a:r>
                        <a:rPr lang="en-US" sz="3000" b="1" u="sng" dirty="0"/>
                        <a:t>THINKS</a:t>
                      </a:r>
                    </a:p>
                    <a:p>
                      <a:pPr marL="285750" indent="-285750">
                        <a:buFont typeface="Arial" panose="020B0604020202020204" pitchFamily="34" charset="0"/>
                        <a:buChar char="•"/>
                      </a:pPr>
                      <a:r>
                        <a:rPr lang="en-US" dirty="0"/>
                        <a:t>What if I miss out on an important viva question?</a:t>
                      </a:r>
                    </a:p>
                    <a:p>
                      <a:pPr marL="285750" indent="-285750">
                        <a:buFont typeface="Arial" panose="020B0604020202020204" pitchFamily="34" charset="0"/>
                        <a:buChar char="•"/>
                      </a:pPr>
                      <a:r>
                        <a:rPr lang="en-US" dirty="0"/>
                        <a:t>Will this experiment match the current syllabus?</a:t>
                      </a:r>
                    </a:p>
                    <a:p>
                      <a:pPr marL="285750" indent="-285750">
                        <a:buFont typeface="Arial" panose="020B0604020202020204" pitchFamily="34" charset="0"/>
                        <a:buChar char="•"/>
                      </a:pPr>
                      <a:r>
                        <a:rPr lang="en-US" dirty="0"/>
                        <a:t>I wish there was one clean platform for everything.</a:t>
                      </a:r>
                    </a:p>
                    <a:p>
                      <a:endParaRPr lang="en-IN" sz="1800" b="1" u="sng" dirty="0"/>
                    </a:p>
                  </a:txBody>
                  <a:tcPr/>
                </a:tc>
                <a:extLst>
                  <a:ext uri="{0D108BD9-81ED-4DB2-BD59-A6C34878D82A}">
                    <a16:rowId xmlns:a16="http://schemas.microsoft.com/office/drawing/2014/main" val="121277340"/>
                  </a:ext>
                </a:extLst>
              </a:tr>
              <a:tr h="2287126">
                <a:tc>
                  <a:txBody>
                    <a:bodyPr/>
                    <a:lstStyle/>
                    <a:p>
                      <a:r>
                        <a:rPr lang="en-US" sz="3000" dirty="0"/>
                        <a:t>             </a:t>
                      </a:r>
                      <a:r>
                        <a:rPr lang="en-US" sz="3000" b="1" u="sng" dirty="0"/>
                        <a:t>FEELS</a:t>
                      </a:r>
                    </a:p>
                    <a:p>
                      <a:pPr marL="285750" indent="-285750">
                        <a:buFont typeface="Arial" panose="020B0604020202020204" pitchFamily="34" charset="0"/>
                        <a:buChar char="•"/>
                      </a:pPr>
                      <a:r>
                        <a:rPr lang="en-US" dirty="0"/>
                        <a:t>Overwhelmed while preparing for lab exams</a:t>
                      </a:r>
                    </a:p>
                    <a:p>
                      <a:pPr marL="285750" indent="-285750">
                        <a:buFont typeface="Arial" panose="020B0604020202020204" pitchFamily="34" charset="0"/>
                        <a:buChar char="•"/>
                      </a:pPr>
                      <a:r>
                        <a:rPr lang="en-US" dirty="0"/>
                        <a:t>Frustrated switching between links and folders</a:t>
                      </a:r>
                    </a:p>
                    <a:p>
                      <a:pPr marL="285750" indent="-285750">
                        <a:buFont typeface="Arial" panose="020B0604020202020204" pitchFamily="34" charset="0"/>
                        <a:buChar char="•"/>
                      </a:pPr>
                      <a:r>
                        <a:rPr lang="en-US" dirty="0"/>
                        <a:t>Relieved when she finds verified or accurate material</a:t>
                      </a:r>
                    </a:p>
                    <a:p>
                      <a:endParaRPr lang="en-US" sz="1800" b="1" u="sng" dirty="0"/>
                    </a:p>
                    <a:p>
                      <a:endParaRPr lang="en-IN" sz="3000" b="1" u="sng" dirty="0"/>
                    </a:p>
                  </a:txBody>
                  <a:tcPr/>
                </a:tc>
                <a:tc>
                  <a:txBody>
                    <a:bodyPr/>
                    <a:lstStyle/>
                    <a:p>
                      <a:r>
                        <a:rPr lang="en-US" dirty="0"/>
                        <a:t>                           </a:t>
                      </a:r>
                      <a:r>
                        <a:rPr lang="en-US" sz="3000" b="1" u="sng" dirty="0"/>
                        <a:t>DOES</a:t>
                      </a:r>
                    </a:p>
                    <a:p>
                      <a:pPr marL="285750" indent="-285750">
                        <a:buFont typeface="Arial" panose="020B0604020202020204" pitchFamily="34" charset="0"/>
                        <a:buChar char="•"/>
                      </a:pPr>
                      <a:r>
                        <a:rPr lang="en-US" dirty="0"/>
                        <a:t>Asks classmates for last-minute resources</a:t>
                      </a:r>
                    </a:p>
                    <a:p>
                      <a:pPr marL="285750" indent="-285750">
                        <a:buFont typeface="Arial" panose="020B0604020202020204" pitchFamily="34" charset="0"/>
                        <a:buChar char="•"/>
                      </a:pPr>
                      <a:r>
                        <a:rPr lang="en-US" dirty="0"/>
                        <a:t>Scrolls through WhatsApp and Drive folders</a:t>
                      </a:r>
                    </a:p>
                    <a:p>
                      <a:pPr marL="285750" indent="-285750">
                        <a:buFont typeface="Arial" panose="020B0604020202020204" pitchFamily="34" charset="0"/>
                        <a:buChar char="•"/>
                      </a:pPr>
                      <a:r>
                        <a:rPr lang="en-US" dirty="0"/>
                        <a:t>Tries to match lab work with syllabus topics manually</a:t>
                      </a:r>
                    </a:p>
                    <a:p>
                      <a:pPr marL="285750" indent="-285750">
                        <a:buFont typeface="Arial" panose="020B0604020202020204" pitchFamily="34" charset="0"/>
                        <a:buChar char="•"/>
                      </a:pPr>
                      <a:r>
                        <a:rPr lang="en-US" dirty="0"/>
                        <a:t>Bookmarks helpful resources if she finds any</a:t>
                      </a:r>
                    </a:p>
                    <a:p>
                      <a:endParaRPr lang="en-IN" sz="1800" b="1" u="sng" dirty="0"/>
                    </a:p>
                  </a:txBody>
                  <a:tcPr/>
                </a:tc>
                <a:extLst>
                  <a:ext uri="{0D108BD9-81ED-4DB2-BD59-A6C34878D82A}">
                    <a16:rowId xmlns:a16="http://schemas.microsoft.com/office/drawing/2014/main" val="1450328756"/>
                  </a:ext>
                </a:extLst>
              </a:tr>
            </a:tbl>
          </a:graphicData>
        </a:graphic>
      </p:graphicFrame>
      <p:sp>
        <p:nvSpPr>
          <p:cNvPr id="10" name="Text Placeholder 3">
            <a:extLst>
              <a:ext uri="{FF2B5EF4-FFF2-40B4-BE49-F238E27FC236}">
                <a16:creationId xmlns:a16="http://schemas.microsoft.com/office/drawing/2014/main" id="{B57C24CD-6E64-EB52-164D-9BB05D0DE1C7}"/>
              </a:ext>
            </a:extLst>
          </p:cNvPr>
          <p:cNvSpPr>
            <a:spLocks noGrp="1"/>
          </p:cNvSpPr>
          <p:nvPr>
            <p:ph type="body" sz="half" idx="2"/>
          </p:nvPr>
        </p:nvSpPr>
        <p:spPr>
          <a:xfrm rot="6455569" flipH="1">
            <a:off x="3227574" y="8996687"/>
            <a:ext cx="118824" cy="164344"/>
          </a:xfrm>
        </p:spPr>
        <p:txBody>
          <a:bodyPr/>
          <a:lstStyle/>
          <a:p>
            <a:endParaRPr lang="en-US" dirty="0"/>
          </a:p>
        </p:txBody>
      </p:sp>
    </p:spTree>
    <p:extLst>
      <p:ext uri="{BB962C8B-B14F-4D97-AF65-F5344CB8AC3E}">
        <p14:creationId xmlns:p14="http://schemas.microsoft.com/office/powerpoint/2010/main" val="1984782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000D2-2F39-44D5-A86F-ABA7C49A7C13}"/>
              </a:ext>
            </a:extLst>
          </p:cNvPr>
          <p:cNvSpPr>
            <a:spLocks noGrp="1"/>
          </p:cNvSpPr>
          <p:nvPr>
            <p:ph type="title"/>
          </p:nvPr>
        </p:nvSpPr>
        <p:spPr/>
        <p:txBody>
          <a:bodyPr/>
          <a:lstStyle/>
          <a:p>
            <a:r>
              <a:rPr lang="en-US" noProof="0" dirty="0"/>
              <a:t>Story</a:t>
            </a:r>
            <a:br>
              <a:rPr lang="en-US" noProof="0" dirty="0"/>
            </a:br>
            <a:r>
              <a:rPr lang="en-US" noProof="0" dirty="0"/>
              <a:t> board</a:t>
            </a:r>
          </a:p>
        </p:txBody>
      </p:sp>
      <p:sp>
        <p:nvSpPr>
          <p:cNvPr id="15" name="Text Placeholder 14">
            <a:extLst>
              <a:ext uri="{FF2B5EF4-FFF2-40B4-BE49-F238E27FC236}">
                <a16:creationId xmlns:a16="http://schemas.microsoft.com/office/drawing/2014/main" id="{326C3AC0-B5D2-4F89-852F-5A0B6F64FEF8}"/>
              </a:ext>
            </a:extLst>
          </p:cNvPr>
          <p:cNvSpPr>
            <a:spLocks noGrp="1"/>
          </p:cNvSpPr>
          <p:nvPr>
            <p:ph type="body" sz="quarter" idx="4294967295"/>
          </p:nvPr>
        </p:nvSpPr>
        <p:spPr>
          <a:xfrm>
            <a:off x="10846435" y="8225790"/>
            <a:ext cx="1482725" cy="320675"/>
          </a:xfrm>
        </p:spPr>
        <p:txBody>
          <a:bodyPr/>
          <a:lstStyle/>
          <a:p>
            <a:r>
              <a:rPr lang="en-US" noProof="0" dirty="0" err="1"/>
              <a:t>Coloy</a:t>
            </a:r>
            <a:r>
              <a:rPr lang="en-US" noProof="0" dirty="0"/>
              <a:t> Bird</a:t>
            </a:r>
          </a:p>
        </p:txBody>
      </p:sp>
      <p:pic>
        <p:nvPicPr>
          <p:cNvPr id="8" name="Picture 7">
            <a:extLst>
              <a:ext uri="{FF2B5EF4-FFF2-40B4-BE49-F238E27FC236}">
                <a16:creationId xmlns:a16="http://schemas.microsoft.com/office/drawing/2014/main" id="{CAE338B4-22B3-F648-33B4-274E5D819561}"/>
              </a:ext>
            </a:extLst>
          </p:cNvPr>
          <p:cNvPicPr>
            <a:picLocks noChangeAspect="1"/>
          </p:cNvPicPr>
          <p:nvPr/>
        </p:nvPicPr>
        <p:blipFill>
          <a:blip r:embed="rId3"/>
          <a:stretch>
            <a:fillRect/>
          </a:stretch>
        </p:blipFill>
        <p:spPr>
          <a:xfrm>
            <a:off x="660874" y="2654452"/>
            <a:ext cx="3018944" cy="3106268"/>
          </a:xfrm>
          <a:prstGeom prst="rect">
            <a:avLst/>
          </a:prstGeom>
        </p:spPr>
      </p:pic>
      <p:pic>
        <p:nvPicPr>
          <p:cNvPr id="20" name="Picture 19">
            <a:extLst>
              <a:ext uri="{FF2B5EF4-FFF2-40B4-BE49-F238E27FC236}">
                <a16:creationId xmlns:a16="http://schemas.microsoft.com/office/drawing/2014/main" id="{47870F89-FE25-501D-3323-D6E7D46142F8}"/>
              </a:ext>
            </a:extLst>
          </p:cNvPr>
          <p:cNvPicPr>
            <a:picLocks noChangeAspect="1"/>
          </p:cNvPicPr>
          <p:nvPr/>
        </p:nvPicPr>
        <p:blipFill>
          <a:blip r:embed="rId4"/>
          <a:stretch>
            <a:fillRect/>
          </a:stretch>
        </p:blipFill>
        <p:spPr>
          <a:xfrm>
            <a:off x="4614863" y="2654452"/>
            <a:ext cx="3018944" cy="3106268"/>
          </a:xfrm>
          <a:prstGeom prst="rect">
            <a:avLst/>
          </a:prstGeom>
        </p:spPr>
      </p:pic>
      <p:pic>
        <p:nvPicPr>
          <p:cNvPr id="22" name="Picture 21">
            <a:extLst>
              <a:ext uri="{FF2B5EF4-FFF2-40B4-BE49-F238E27FC236}">
                <a16:creationId xmlns:a16="http://schemas.microsoft.com/office/drawing/2014/main" id="{59023615-E2BA-5F0C-27E7-EFDC4667CC0D}"/>
              </a:ext>
            </a:extLst>
          </p:cNvPr>
          <p:cNvPicPr>
            <a:picLocks noChangeAspect="1"/>
          </p:cNvPicPr>
          <p:nvPr/>
        </p:nvPicPr>
        <p:blipFill>
          <a:blip r:embed="rId5"/>
          <a:stretch>
            <a:fillRect/>
          </a:stretch>
        </p:blipFill>
        <p:spPr>
          <a:xfrm>
            <a:off x="8568853" y="2654452"/>
            <a:ext cx="3018944" cy="3106268"/>
          </a:xfrm>
          <a:prstGeom prst="rect">
            <a:avLst/>
          </a:prstGeom>
        </p:spPr>
      </p:pic>
    </p:spTree>
    <p:extLst>
      <p:ext uri="{BB962C8B-B14F-4D97-AF65-F5344CB8AC3E}">
        <p14:creationId xmlns:p14="http://schemas.microsoft.com/office/powerpoint/2010/main" val="4146970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00DF5D-E5A5-36A2-83F8-D6B0508D00A2}"/>
              </a:ext>
            </a:extLst>
          </p:cNvPr>
          <p:cNvPicPr>
            <a:picLocks noChangeAspect="1"/>
          </p:cNvPicPr>
          <p:nvPr/>
        </p:nvPicPr>
        <p:blipFill>
          <a:blip r:embed="rId2"/>
          <a:stretch>
            <a:fillRect/>
          </a:stretch>
        </p:blipFill>
        <p:spPr>
          <a:xfrm>
            <a:off x="424659" y="1579055"/>
            <a:ext cx="3034821" cy="3709226"/>
          </a:xfrm>
          <a:prstGeom prst="rect">
            <a:avLst/>
          </a:prstGeom>
        </p:spPr>
      </p:pic>
      <p:pic>
        <p:nvPicPr>
          <p:cNvPr id="5" name="Picture 4">
            <a:extLst>
              <a:ext uri="{FF2B5EF4-FFF2-40B4-BE49-F238E27FC236}">
                <a16:creationId xmlns:a16="http://schemas.microsoft.com/office/drawing/2014/main" id="{DF8C0C4E-12A7-0468-DE62-D66BAADA0171}"/>
              </a:ext>
            </a:extLst>
          </p:cNvPr>
          <p:cNvPicPr>
            <a:picLocks noChangeAspect="1"/>
          </p:cNvPicPr>
          <p:nvPr/>
        </p:nvPicPr>
        <p:blipFill>
          <a:blip r:embed="rId3"/>
          <a:stretch>
            <a:fillRect/>
          </a:stretch>
        </p:blipFill>
        <p:spPr>
          <a:xfrm>
            <a:off x="4676619" y="1574387"/>
            <a:ext cx="3113651" cy="3709226"/>
          </a:xfrm>
          <a:prstGeom prst="rect">
            <a:avLst/>
          </a:prstGeom>
        </p:spPr>
      </p:pic>
      <p:pic>
        <p:nvPicPr>
          <p:cNvPr id="9" name="Picture 8" descr="A cartoon of two men talking&#10;&#10;AI-generated content may be incorrect.">
            <a:extLst>
              <a:ext uri="{FF2B5EF4-FFF2-40B4-BE49-F238E27FC236}">
                <a16:creationId xmlns:a16="http://schemas.microsoft.com/office/drawing/2014/main" id="{E7BF3CA1-C6D5-BABD-12C3-58C10D6A93D9}"/>
              </a:ext>
            </a:extLst>
          </p:cNvPr>
          <p:cNvPicPr>
            <a:picLocks noChangeAspect="1"/>
          </p:cNvPicPr>
          <p:nvPr/>
        </p:nvPicPr>
        <p:blipFill>
          <a:blip r:embed="rId4"/>
          <a:stretch>
            <a:fillRect/>
          </a:stretch>
        </p:blipFill>
        <p:spPr>
          <a:xfrm>
            <a:off x="8542848" y="1701070"/>
            <a:ext cx="2887152" cy="3582543"/>
          </a:xfrm>
          <a:prstGeom prst="rect">
            <a:avLst/>
          </a:prstGeom>
        </p:spPr>
      </p:pic>
      <p:sp>
        <p:nvSpPr>
          <p:cNvPr id="10" name="TextBox 9">
            <a:extLst>
              <a:ext uri="{FF2B5EF4-FFF2-40B4-BE49-F238E27FC236}">
                <a16:creationId xmlns:a16="http://schemas.microsoft.com/office/drawing/2014/main" id="{468D55C7-4BCE-B84F-5219-CF446273C768}"/>
              </a:ext>
            </a:extLst>
          </p:cNvPr>
          <p:cNvSpPr txBox="1"/>
          <p:nvPr/>
        </p:nvSpPr>
        <p:spPr>
          <a:xfrm>
            <a:off x="8671560" y="4445990"/>
            <a:ext cx="2895600" cy="646331"/>
          </a:xfrm>
          <a:prstGeom prst="rect">
            <a:avLst/>
          </a:prstGeom>
          <a:noFill/>
        </p:spPr>
        <p:txBody>
          <a:bodyPr wrap="square" rtlCol="0">
            <a:spAutoFit/>
          </a:bodyPr>
          <a:lstStyle/>
          <a:p>
            <a:r>
              <a:rPr lang="en-IN" b="1" dirty="0">
                <a:highlight>
                  <a:srgbClr val="C0C0C0"/>
                </a:highlight>
              </a:rPr>
              <a:t>Sharing about the app with others</a:t>
            </a:r>
          </a:p>
        </p:txBody>
      </p:sp>
    </p:spTree>
    <p:extLst>
      <p:ext uri="{BB962C8B-B14F-4D97-AF65-F5344CB8AC3E}">
        <p14:creationId xmlns:p14="http://schemas.microsoft.com/office/powerpoint/2010/main" val="1111505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44094AB-6498-DC23-6EFD-9A29E9C52947}"/>
              </a:ext>
            </a:extLst>
          </p:cNvPr>
          <p:cNvSpPr txBox="1"/>
          <p:nvPr/>
        </p:nvSpPr>
        <p:spPr>
          <a:xfrm>
            <a:off x="8951262" y="2349925"/>
            <a:ext cx="2937576" cy="2456442"/>
          </a:xfrm>
          <a:prstGeom prst="rect">
            <a:avLst/>
          </a:prstGeom>
        </p:spPr>
        <p:txBody>
          <a:bodyPr vert="horz" lIns="228600" tIns="228600" rIns="228600" bIns="228600" rtlCol="0" anchor="ctr">
            <a:normAutofit/>
          </a:bodyPr>
          <a:lstStyle/>
          <a:p>
            <a:pPr algn="ctr" defTabSz="914400">
              <a:lnSpc>
                <a:spcPct val="85000"/>
              </a:lnSpc>
              <a:spcBef>
                <a:spcPct val="0"/>
              </a:spcBef>
              <a:spcAft>
                <a:spcPts val="600"/>
              </a:spcAft>
            </a:pPr>
            <a:r>
              <a:rPr lang="en-US" sz="3700" b="0" i="0" kern="1200" cap="none" spc="-150">
                <a:effectLst/>
                <a:latin typeface="+mj-lt"/>
                <a:ea typeface="+mj-ea"/>
                <a:cs typeface="+mj-cs"/>
              </a:rPr>
              <a:t>CUSTOMER JOURNEY MAPPING</a:t>
            </a:r>
          </a:p>
        </p:txBody>
      </p:sp>
      <p:graphicFrame>
        <p:nvGraphicFramePr>
          <p:cNvPr id="2" name="Table 1">
            <a:extLst>
              <a:ext uri="{FF2B5EF4-FFF2-40B4-BE49-F238E27FC236}">
                <a16:creationId xmlns:a16="http://schemas.microsoft.com/office/drawing/2014/main" id="{DDEE4AE3-5441-5318-51B4-CA6DF965C68C}"/>
              </a:ext>
            </a:extLst>
          </p:cNvPr>
          <p:cNvGraphicFramePr>
            <a:graphicFrameLocks noGrp="1"/>
          </p:cNvGraphicFramePr>
          <p:nvPr>
            <p:extLst>
              <p:ext uri="{D42A27DB-BD31-4B8C-83A1-F6EECF244321}">
                <p14:modId xmlns:p14="http://schemas.microsoft.com/office/powerpoint/2010/main" val="2100988972"/>
              </p:ext>
            </p:extLst>
          </p:nvPr>
        </p:nvGraphicFramePr>
        <p:xfrm>
          <a:off x="804672" y="1118455"/>
          <a:ext cx="7493280" cy="3960340"/>
        </p:xfrm>
        <a:graphic>
          <a:graphicData uri="http://schemas.openxmlformats.org/drawingml/2006/table">
            <a:tbl>
              <a:tblPr firstRow="1" lastCol="1" bandRow="1" bandCol="1">
                <a:tableStyleId>{7E9639D4-E3E2-4D34-9284-5A2195B3D0D7}</a:tableStyleId>
              </a:tblPr>
              <a:tblGrid>
                <a:gridCol w="1055735">
                  <a:extLst>
                    <a:ext uri="{9D8B030D-6E8A-4147-A177-3AD203B41FA5}">
                      <a16:colId xmlns:a16="http://schemas.microsoft.com/office/drawing/2014/main" val="512060990"/>
                    </a:ext>
                  </a:extLst>
                </a:gridCol>
                <a:gridCol w="1371790">
                  <a:extLst>
                    <a:ext uri="{9D8B030D-6E8A-4147-A177-3AD203B41FA5}">
                      <a16:colId xmlns:a16="http://schemas.microsoft.com/office/drawing/2014/main" val="4089300443"/>
                    </a:ext>
                  </a:extLst>
                </a:gridCol>
                <a:gridCol w="1321887">
                  <a:extLst>
                    <a:ext uri="{9D8B030D-6E8A-4147-A177-3AD203B41FA5}">
                      <a16:colId xmlns:a16="http://schemas.microsoft.com/office/drawing/2014/main" val="2080535019"/>
                    </a:ext>
                  </a:extLst>
                </a:gridCol>
                <a:gridCol w="1299708">
                  <a:extLst>
                    <a:ext uri="{9D8B030D-6E8A-4147-A177-3AD203B41FA5}">
                      <a16:colId xmlns:a16="http://schemas.microsoft.com/office/drawing/2014/main" val="91252446"/>
                    </a:ext>
                  </a:extLst>
                </a:gridCol>
                <a:gridCol w="1203597">
                  <a:extLst>
                    <a:ext uri="{9D8B030D-6E8A-4147-A177-3AD203B41FA5}">
                      <a16:colId xmlns:a16="http://schemas.microsoft.com/office/drawing/2014/main" val="3693880368"/>
                    </a:ext>
                  </a:extLst>
                </a:gridCol>
                <a:gridCol w="1240563">
                  <a:extLst>
                    <a:ext uri="{9D8B030D-6E8A-4147-A177-3AD203B41FA5}">
                      <a16:colId xmlns:a16="http://schemas.microsoft.com/office/drawing/2014/main" val="3645846268"/>
                    </a:ext>
                  </a:extLst>
                </a:gridCol>
              </a:tblGrid>
              <a:tr h="393905">
                <a:tc>
                  <a:txBody>
                    <a:bodyPr/>
                    <a:lstStyle/>
                    <a:p>
                      <a:pPr>
                        <a:buNone/>
                      </a:pPr>
                      <a:r>
                        <a:rPr lang="en-IN" sz="1000" b="1"/>
                        <a:t>Stage</a:t>
                      </a:r>
                      <a:endParaRPr lang="en-IN" sz="1000"/>
                    </a:p>
                  </a:txBody>
                  <a:tcPr marL="53230" marR="53230" marT="26615" marB="26615" anchor="ctr"/>
                </a:tc>
                <a:tc>
                  <a:txBody>
                    <a:bodyPr/>
                    <a:lstStyle/>
                    <a:p>
                      <a:pPr>
                        <a:buNone/>
                      </a:pPr>
                      <a:r>
                        <a:rPr lang="en-IN" sz="1000" b="1"/>
                        <a:t>Awareness</a:t>
                      </a:r>
                      <a:endParaRPr lang="en-IN" sz="1000"/>
                    </a:p>
                  </a:txBody>
                  <a:tcPr marL="53230" marR="53230" marT="26615" marB="26615" anchor="ctr"/>
                </a:tc>
                <a:tc>
                  <a:txBody>
                    <a:bodyPr/>
                    <a:lstStyle/>
                    <a:p>
                      <a:pPr>
                        <a:buNone/>
                      </a:pPr>
                      <a:r>
                        <a:rPr lang="en-IN" sz="1000" b="1"/>
                        <a:t>Consideration</a:t>
                      </a:r>
                      <a:endParaRPr lang="en-IN" sz="1000"/>
                    </a:p>
                  </a:txBody>
                  <a:tcPr marL="53230" marR="53230" marT="26615" marB="26615" anchor="ctr"/>
                </a:tc>
                <a:tc>
                  <a:txBody>
                    <a:bodyPr/>
                    <a:lstStyle/>
                    <a:p>
                      <a:pPr>
                        <a:buNone/>
                      </a:pPr>
                      <a:r>
                        <a:rPr lang="en-IN" sz="1000" b="1"/>
                        <a:t>Usage / Engagement</a:t>
                      </a:r>
                      <a:endParaRPr lang="en-IN" sz="1000"/>
                    </a:p>
                  </a:txBody>
                  <a:tcPr marL="53230" marR="53230" marT="26615" marB="26615" anchor="ctr"/>
                </a:tc>
                <a:tc>
                  <a:txBody>
                    <a:bodyPr/>
                    <a:lstStyle/>
                    <a:p>
                      <a:pPr>
                        <a:buNone/>
                      </a:pPr>
                      <a:r>
                        <a:rPr lang="en-IN" sz="1000" b="1"/>
                        <a:t>Resolution</a:t>
                      </a:r>
                      <a:endParaRPr lang="en-IN" sz="1000"/>
                    </a:p>
                  </a:txBody>
                  <a:tcPr marL="53230" marR="53230" marT="26615" marB="26615" anchor="ctr"/>
                </a:tc>
                <a:tc>
                  <a:txBody>
                    <a:bodyPr/>
                    <a:lstStyle/>
                    <a:p>
                      <a:pPr>
                        <a:buNone/>
                      </a:pPr>
                      <a:r>
                        <a:rPr lang="en-IN" sz="1000" b="1"/>
                        <a:t>Post-Use</a:t>
                      </a:r>
                      <a:endParaRPr lang="en-IN" sz="1000"/>
                    </a:p>
                  </a:txBody>
                  <a:tcPr marL="53230" marR="53230" marT="26615" marB="26615" anchor="ctr"/>
                </a:tc>
                <a:extLst>
                  <a:ext uri="{0D108BD9-81ED-4DB2-BD59-A6C34878D82A}">
                    <a16:rowId xmlns:a16="http://schemas.microsoft.com/office/drawing/2014/main" val="3405808314"/>
                  </a:ext>
                </a:extLst>
              </a:tr>
              <a:tr h="1032669">
                <a:tc>
                  <a:txBody>
                    <a:bodyPr/>
                    <a:lstStyle/>
                    <a:p>
                      <a:pPr>
                        <a:buNone/>
                      </a:pPr>
                      <a:r>
                        <a:rPr lang="en-IN" sz="1000" b="1"/>
                        <a:t>User Actions</a:t>
                      </a:r>
                      <a:endParaRPr lang="en-IN" sz="1000"/>
                    </a:p>
                  </a:txBody>
                  <a:tcPr marL="53230" marR="53230" marT="26615" marB="26615" anchor="ctr"/>
                </a:tc>
                <a:tc>
                  <a:txBody>
                    <a:bodyPr/>
                    <a:lstStyle/>
                    <a:p>
                      <a:pPr>
                        <a:buNone/>
                      </a:pPr>
                      <a:r>
                        <a:rPr lang="en-US" sz="1000"/>
                        <a:t>- Hears about app from peers </a:t>
                      </a:r>
                      <a:br>
                        <a:rPr lang="en-US" sz="1000"/>
                      </a:br>
                      <a:r>
                        <a:rPr lang="en-US" sz="1000"/>
                        <a:t>- Sees it on college forums / posters</a:t>
                      </a:r>
                    </a:p>
                  </a:txBody>
                  <a:tcPr marL="53230" marR="53230" marT="26615" marB="26615" anchor="ctr"/>
                </a:tc>
                <a:tc>
                  <a:txBody>
                    <a:bodyPr/>
                    <a:lstStyle/>
                    <a:p>
                      <a:pPr>
                        <a:buNone/>
                      </a:pPr>
                      <a:r>
                        <a:rPr lang="en-US" sz="1000"/>
                        <a:t>- Installs the app </a:t>
                      </a:r>
                      <a:br>
                        <a:rPr lang="en-US" sz="1000"/>
                      </a:br>
                      <a:r>
                        <a:rPr lang="en-US" sz="1000"/>
                        <a:t>- Browses subjects or experiments</a:t>
                      </a:r>
                    </a:p>
                  </a:txBody>
                  <a:tcPr marL="53230" marR="53230" marT="26615" marB="26615" anchor="ctr"/>
                </a:tc>
                <a:tc>
                  <a:txBody>
                    <a:bodyPr/>
                    <a:lstStyle/>
                    <a:p>
                      <a:pPr>
                        <a:buNone/>
                      </a:pPr>
                      <a:r>
                        <a:rPr lang="en-IN" sz="1000"/>
                        <a:t>- Selects a subject/topic </a:t>
                      </a:r>
                      <a:br>
                        <a:rPr lang="en-IN" sz="1000"/>
                      </a:br>
                      <a:r>
                        <a:rPr lang="en-IN" sz="1000"/>
                        <a:t>- Views experiments </a:t>
                      </a:r>
                      <a:br>
                        <a:rPr lang="en-IN" sz="1000"/>
                      </a:br>
                      <a:r>
                        <a:rPr lang="en-IN" sz="1000"/>
                        <a:t>- Saves important viva Qs</a:t>
                      </a:r>
                    </a:p>
                  </a:txBody>
                  <a:tcPr marL="53230" marR="53230" marT="26615" marB="26615" anchor="ctr"/>
                </a:tc>
                <a:tc>
                  <a:txBody>
                    <a:bodyPr/>
                    <a:lstStyle/>
                    <a:p>
                      <a:pPr>
                        <a:buNone/>
                      </a:pPr>
                      <a:r>
                        <a:rPr lang="en-US" sz="1000"/>
                        <a:t>- Gets experiment-related doubts cleared </a:t>
                      </a:r>
                      <a:br>
                        <a:rPr lang="en-US" sz="1000"/>
                      </a:br>
                      <a:r>
                        <a:rPr lang="en-US" sz="1000"/>
                        <a:t>- Uploads helpful notes</a:t>
                      </a:r>
                    </a:p>
                  </a:txBody>
                  <a:tcPr marL="53230" marR="53230" marT="26615" marB="26615" anchor="ctr"/>
                </a:tc>
                <a:tc>
                  <a:txBody>
                    <a:bodyPr/>
                    <a:lstStyle/>
                    <a:p>
                      <a:pPr>
                        <a:buNone/>
                      </a:pPr>
                      <a:r>
                        <a:rPr lang="en-US" sz="1000"/>
                        <a:t>- Shares app with friends </a:t>
                      </a:r>
                      <a:br>
                        <a:rPr lang="en-US" sz="1000"/>
                      </a:br>
                      <a:r>
                        <a:rPr lang="en-US" sz="1000"/>
                        <a:t>- Gives feedback </a:t>
                      </a:r>
                      <a:br>
                        <a:rPr lang="en-US" sz="1000"/>
                      </a:br>
                      <a:r>
                        <a:rPr lang="en-US" sz="1000"/>
                        <a:t>- Reuses during next semester</a:t>
                      </a:r>
                    </a:p>
                  </a:txBody>
                  <a:tcPr marL="53230" marR="53230" marT="26615" marB="26615" anchor="ctr"/>
                </a:tc>
                <a:extLst>
                  <a:ext uri="{0D108BD9-81ED-4DB2-BD59-A6C34878D82A}">
                    <a16:rowId xmlns:a16="http://schemas.microsoft.com/office/drawing/2014/main" val="3546097047"/>
                  </a:ext>
                </a:extLst>
              </a:tr>
              <a:tr h="393905">
                <a:tc>
                  <a:txBody>
                    <a:bodyPr/>
                    <a:lstStyle/>
                    <a:p>
                      <a:pPr>
                        <a:buNone/>
                      </a:pPr>
                      <a:r>
                        <a:rPr lang="en-IN" sz="1000" b="1"/>
                        <a:t>Emotions</a:t>
                      </a:r>
                      <a:endParaRPr lang="en-IN" sz="1000"/>
                    </a:p>
                  </a:txBody>
                  <a:tcPr marL="53230" marR="53230" marT="26615" marB="26615" anchor="ctr"/>
                </a:tc>
                <a:tc>
                  <a:txBody>
                    <a:bodyPr/>
                    <a:lstStyle/>
                    <a:p>
                      <a:pPr>
                        <a:buNone/>
                      </a:pPr>
                      <a:r>
                        <a:rPr lang="en-IN" sz="1000"/>
                        <a:t>🤔 Curious, hopeful</a:t>
                      </a:r>
                    </a:p>
                  </a:txBody>
                  <a:tcPr marL="53230" marR="53230" marT="26615" marB="26615" anchor="ctr"/>
                </a:tc>
                <a:tc>
                  <a:txBody>
                    <a:bodyPr/>
                    <a:lstStyle/>
                    <a:p>
                      <a:pPr>
                        <a:buNone/>
                      </a:pPr>
                      <a:r>
                        <a:rPr lang="en-IN" sz="1000"/>
                        <a:t>😐 Cautiously optimistic</a:t>
                      </a:r>
                    </a:p>
                  </a:txBody>
                  <a:tcPr marL="53230" marR="53230" marT="26615" marB="26615" anchor="ctr"/>
                </a:tc>
                <a:tc>
                  <a:txBody>
                    <a:bodyPr/>
                    <a:lstStyle/>
                    <a:p>
                      <a:pPr>
                        <a:buNone/>
                      </a:pPr>
                      <a:r>
                        <a:rPr lang="en-IN" sz="1000"/>
                        <a:t>😊 Relieved, satisfied</a:t>
                      </a:r>
                    </a:p>
                  </a:txBody>
                  <a:tcPr marL="53230" marR="53230" marT="26615" marB="26615" anchor="ctr"/>
                </a:tc>
                <a:tc>
                  <a:txBody>
                    <a:bodyPr/>
                    <a:lstStyle/>
                    <a:p>
                      <a:pPr>
                        <a:buNone/>
                      </a:pPr>
                      <a:r>
                        <a:rPr lang="en-IN" sz="1000"/>
                        <a:t>😃 Empowered, productive</a:t>
                      </a:r>
                    </a:p>
                  </a:txBody>
                  <a:tcPr marL="53230" marR="53230" marT="26615" marB="26615" anchor="ctr"/>
                </a:tc>
                <a:tc>
                  <a:txBody>
                    <a:bodyPr/>
                    <a:lstStyle/>
                    <a:p>
                      <a:pPr>
                        <a:buNone/>
                      </a:pPr>
                      <a:r>
                        <a:rPr lang="en-IN" sz="1000"/>
                        <a:t>😄 Trust, satisfaction</a:t>
                      </a:r>
                    </a:p>
                  </a:txBody>
                  <a:tcPr marL="53230" marR="53230" marT="26615" marB="26615" anchor="ctr"/>
                </a:tc>
                <a:extLst>
                  <a:ext uri="{0D108BD9-81ED-4DB2-BD59-A6C34878D82A}">
                    <a16:rowId xmlns:a16="http://schemas.microsoft.com/office/drawing/2014/main" val="3062571417"/>
                  </a:ext>
                </a:extLst>
              </a:tr>
              <a:tr h="553596">
                <a:tc>
                  <a:txBody>
                    <a:bodyPr/>
                    <a:lstStyle/>
                    <a:p>
                      <a:pPr>
                        <a:buNone/>
                      </a:pPr>
                      <a:r>
                        <a:rPr lang="en-IN" sz="1000" b="1"/>
                        <a:t>Touchpoints</a:t>
                      </a:r>
                      <a:endParaRPr lang="en-IN" sz="1000"/>
                    </a:p>
                  </a:txBody>
                  <a:tcPr marL="53230" marR="53230" marT="26615" marB="26615" anchor="ctr"/>
                </a:tc>
                <a:tc>
                  <a:txBody>
                    <a:bodyPr/>
                    <a:lstStyle/>
                    <a:p>
                      <a:pPr>
                        <a:buNone/>
                      </a:pPr>
                      <a:r>
                        <a:rPr lang="en-US" sz="1000"/>
                        <a:t>Posters, Word of mouth, Social media</a:t>
                      </a:r>
                    </a:p>
                  </a:txBody>
                  <a:tcPr marL="53230" marR="53230" marT="26615" marB="26615" anchor="ctr"/>
                </a:tc>
                <a:tc>
                  <a:txBody>
                    <a:bodyPr/>
                    <a:lstStyle/>
                    <a:p>
                      <a:pPr>
                        <a:buNone/>
                      </a:pPr>
                      <a:r>
                        <a:rPr lang="en-US" sz="1000"/>
                        <a:t>App UI, Ratings/feedback section</a:t>
                      </a:r>
                    </a:p>
                  </a:txBody>
                  <a:tcPr marL="53230" marR="53230" marT="26615" marB="26615" anchor="ctr"/>
                </a:tc>
                <a:tc>
                  <a:txBody>
                    <a:bodyPr/>
                    <a:lstStyle/>
                    <a:p>
                      <a:pPr>
                        <a:buNone/>
                      </a:pPr>
                      <a:r>
                        <a:rPr lang="en-IN" sz="1000"/>
                        <a:t>Lab topic tiles, Bookmark icon, Viva toggle</a:t>
                      </a:r>
                    </a:p>
                  </a:txBody>
                  <a:tcPr marL="53230" marR="53230" marT="26615" marB="26615" anchor="ctr"/>
                </a:tc>
                <a:tc>
                  <a:txBody>
                    <a:bodyPr/>
                    <a:lstStyle/>
                    <a:p>
                      <a:pPr>
                        <a:buNone/>
                      </a:pPr>
                      <a:r>
                        <a:rPr lang="en-US" sz="1000"/>
                        <a:t>Upload/Rate section, Ask/doubt section</a:t>
                      </a:r>
                    </a:p>
                  </a:txBody>
                  <a:tcPr marL="53230" marR="53230" marT="26615" marB="26615" anchor="ctr"/>
                </a:tc>
                <a:tc>
                  <a:txBody>
                    <a:bodyPr/>
                    <a:lstStyle/>
                    <a:p>
                      <a:pPr>
                        <a:buNone/>
                      </a:pPr>
                      <a:r>
                        <a:rPr lang="en-US" sz="1000"/>
                        <a:t>Feedback screen, Reward for sharing</a:t>
                      </a:r>
                    </a:p>
                  </a:txBody>
                  <a:tcPr marL="53230" marR="53230" marT="26615" marB="26615" anchor="ctr"/>
                </a:tc>
                <a:extLst>
                  <a:ext uri="{0D108BD9-81ED-4DB2-BD59-A6C34878D82A}">
                    <a16:rowId xmlns:a16="http://schemas.microsoft.com/office/drawing/2014/main" val="988241623"/>
                  </a:ext>
                </a:extLst>
              </a:tr>
              <a:tr h="713287">
                <a:tc>
                  <a:txBody>
                    <a:bodyPr/>
                    <a:lstStyle/>
                    <a:p>
                      <a:pPr>
                        <a:buNone/>
                      </a:pPr>
                      <a:r>
                        <a:rPr lang="en-IN" sz="1000" b="1"/>
                        <a:t>Pain Points</a:t>
                      </a:r>
                      <a:endParaRPr lang="en-IN" sz="1000"/>
                    </a:p>
                  </a:txBody>
                  <a:tcPr marL="53230" marR="53230" marT="26615" marB="26615" anchor="ctr"/>
                </a:tc>
                <a:tc>
                  <a:txBody>
                    <a:bodyPr/>
                    <a:lstStyle/>
                    <a:p>
                      <a:pPr>
                        <a:buNone/>
                      </a:pPr>
                      <a:r>
                        <a:rPr lang="en-US" sz="1000"/>
                        <a:t>Doesn’t trust student-made apps </a:t>
                      </a:r>
                      <a:br>
                        <a:rPr lang="en-US" sz="1000"/>
                      </a:br>
                      <a:r>
                        <a:rPr lang="en-US" sz="1000"/>
                        <a:t>Thinks it’s the same as WhatsApp drives</a:t>
                      </a:r>
                    </a:p>
                  </a:txBody>
                  <a:tcPr marL="53230" marR="53230" marT="26615" marB="26615" anchor="ctr"/>
                </a:tc>
                <a:tc>
                  <a:txBody>
                    <a:bodyPr/>
                    <a:lstStyle/>
                    <a:p>
                      <a:pPr>
                        <a:buNone/>
                      </a:pPr>
                      <a:r>
                        <a:rPr lang="en-US" sz="1000"/>
                        <a:t>UI might be messy </a:t>
                      </a:r>
                      <a:br>
                        <a:rPr lang="en-US" sz="1000"/>
                      </a:br>
                      <a:r>
                        <a:rPr lang="en-US" sz="1000"/>
                        <a:t>Can’t find their year easily</a:t>
                      </a:r>
                    </a:p>
                  </a:txBody>
                  <a:tcPr marL="53230" marR="53230" marT="26615" marB="26615" anchor="ctr"/>
                </a:tc>
                <a:tc>
                  <a:txBody>
                    <a:bodyPr/>
                    <a:lstStyle/>
                    <a:p>
                      <a:pPr>
                        <a:buNone/>
                      </a:pPr>
                      <a:r>
                        <a:rPr lang="en-US" sz="1000"/>
                        <a:t>No tags or filters for topics </a:t>
                      </a:r>
                      <a:br>
                        <a:rPr lang="en-US" sz="1000"/>
                      </a:br>
                      <a:r>
                        <a:rPr lang="en-US" sz="1000"/>
                        <a:t>Misses recently visited topics</a:t>
                      </a:r>
                    </a:p>
                  </a:txBody>
                  <a:tcPr marL="53230" marR="53230" marT="26615" marB="26615" anchor="ctr"/>
                </a:tc>
                <a:tc>
                  <a:txBody>
                    <a:bodyPr/>
                    <a:lstStyle/>
                    <a:p>
                      <a:pPr>
                        <a:buNone/>
                      </a:pPr>
                      <a:r>
                        <a:rPr lang="en-US" sz="1000"/>
                        <a:t>Confused about how to contribute/upload</a:t>
                      </a:r>
                    </a:p>
                  </a:txBody>
                  <a:tcPr marL="53230" marR="53230" marT="26615" marB="26615" anchor="ctr"/>
                </a:tc>
                <a:tc>
                  <a:txBody>
                    <a:bodyPr/>
                    <a:lstStyle/>
                    <a:p>
                      <a:pPr>
                        <a:buNone/>
                      </a:pPr>
                      <a:r>
                        <a:rPr lang="en-US" sz="1000"/>
                        <a:t>No recognition for helpful users </a:t>
                      </a:r>
                      <a:br>
                        <a:rPr lang="en-US" sz="1000"/>
                      </a:br>
                      <a:r>
                        <a:rPr lang="en-US" sz="1000"/>
                        <a:t>No habit-forming loop</a:t>
                      </a:r>
                    </a:p>
                  </a:txBody>
                  <a:tcPr marL="53230" marR="53230" marT="26615" marB="26615" anchor="ctr"/>
                </a:tc>
                <a:extLst>
                  <a:ext uri="{0D108BD9-81ED-4DB2-BD59-A6C34878D82A}">
                    <a16:rowId xmlns:a16="http://schemas.microsoft.com/office/drawing/2014/main" val="3038202463"/>
                  </a:ext>
                </a:extLst>
              </a:tr>
              <a:tr h="872978">
                <a:tc>
                  <a:txBody>
                    <a:bodyPr/>
                    <a:lstStyle/>
                    <a:p>
                      <a:pPr>
                        <a:buNone/>
                      </a:pPr>
                      <a:r>
                        <a:rPr lang="en-IN" sz="1000" b="1"/>
                        <a:t>Opportunities</a:t>
                      </a:r>
                      <a:endParaRPr lang="en-IN" sz="1000"/>
                    </a:p>
                  </a:txBody>
                  <a:tcPr marL="53230" marR="53230" marT="26615" marB="26615" anchor="ctr"/>
                </a:tc>
                <a:tc>
                  <a:txBody>
                    <a:bodyPr/>
                    <a:lstStyle/>
                    <a:p>
                      <a:pPr>
                        <a:buNone/>
                      </a:pPr>
                      <a:r>
                        <a:rPr lang="en-US" sz="1000"/>
                        <a:t>Campus testimonials </a:t>
                      </a:r>
                      <a:br>
                        <a:rPr lang="en-US" sz="1000"/>
                      </a:br>
                      <a:r>
                        <a:rPr lang="en-US" sz="1000"/>
                        <a:t>Highlight faculty collaboration</a:t>
                      </a:r>
                    </a:p>
                  </a:txBody>
                  <a:tcPr marL="53230" marR="53230" marT="26615" marB="26615" anchor="ctr"/>
                </a:tc>
                <a:tc>
                  <a:txBody>
                    <a:bodyPr/>
                    <a:lstStyle/>
                    <a:p>
                      <a:pPr>
                        <a:buNone/>
                      </a:pPr>
                      <a:r>
                        <a:rPr lang="en-US" sz="1000"/>
                        <a:t>Smooth onboarding with tutorial </a:t>
                      </a:r>
                      <a:br>
                        <a:rPr lang="en-US" sz="1000"/>
                      </a:br>
                      <a:r>
                        <a:rPr lang="en-US" sz="1000"/>
                        <a:t>Personalize dashboard by semester &amp; branch</a:t>
                      </a:r>
                    </a:p>
                  </a:txBody>
                  <a:tcPr marL="53230" marR="53230" marT="26615" marB="26615" anchor="ctr"/>
                </a:tc>
                <a:tc>
                  <a:txBody>
                    <a:bodyPr/>
                    <a:lstStyle/>
                    <a:p>
                      <a:pPr>
                        <a:buNone/>
                      </a:pPr>
                      <a:r>
                        <a:rPr lang="en-US" sz="1000"/>
                        <a:t>Add “Related Topics” &amp; “Recently Viewed” </a:t>
                      </a:r>
                      <a:br>
                        <a:rPr lang="en-US" sz="1000"/>
                      </a:br>
                      <a:r>
                        <a:rPr lang="en-US" sz="1000"/>
                        <a:t>Viva filter</a:t>
                      </a:r>
                    </a:p>
                  </a:txBody>
                  <a:tcPr marL="53230" marR="53230" marT="26615" marB="26615" anchor="ctr"/>
                </a:tc>
                <a:tc>
                  <a:txBody>
                    <a:bodyPr/>
                    <a:lstStyle/>
                    <a:p>
                      <a:pPr>
                        <a:buNone/>
                      </a:pPr>
                      <a:r>
                        <a:rPr lang="en-IN" sz="1000"/>
                        <a:t>Gamify contribution (badges/points) </a:t>
                      </a:r>
                      <a:br>
                        <a:rPr lang="en-IN" sz="1000"/>
                      </a:br>
                      <a:r>
                        <a:rPr lang="en-IN" sz="1000"/>
                        <a:t>Add AI assistant for Q&amp;A</a:t>
                      </a:r>
                    </a:p>
                  </a:txBody>
                  <a:tcPr marL="53230" marR="53230" marT="26615" marB="26615" anchor="ctr"/>
                </a:tc>
                <a:tc>
                  <a:txBody>
                    <a:bodyPr/>
                    <a:lstStyle/>
                    <a:p>
                      <a:pPr>
                        <a:buNone/>
                      </a:pPr>
                      <a:r>
                        <a:rPr lang="en-US" sz="1000"/>
                        <a:t>Create streak rewards </a:t>
                      </a:r>
                      <a:br>
                        <a:rPr lang="en-US" sz="1000"/>
                      </a:br>
                      <a:r>
                        <a:rPr lang="en-US" sz="1000"/>
                        <a:t>Refer &amp; earn access to premium features</a:t>
                      </a:r>
                    </a:p>
                  </a:txBody>
                  <a:tcPr marL="53230" marR="53230" marT="26615" marB="26615" anchor="ctr"/>
                </a:tc>
                <a:extLst>
                  <a:ext uri="{0D108BD9-81ED-4DB2-BD59-A6C34878D82A}">
                    <a16:rowId xmlns:a16="http://schemas.microsoft.com/office/drawing/2014/main" val="775280410"/>
                  </a:ext>
                </a:extLst>
              </a:tr>
            </a:tbl>
          </a:graphicData>
        </a:graphic>
      </p:graphicFrame>
    </p:spTree>
    <p:extLst>
      <p:ext uri="{BB962C8B-B14F-4D97-AF65-F5344CB8AC3E}">
        <p14:creationId xmlns:p14="http://schemas.microsoft.com/office/powerpoint/2010/main" val="695701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F6A7C-F90D-0AD7-3AAC-30F710D670DB}"/>
              </a:ext>
            </a:extLst>
          </p:cNvPr>
          <p:cNvSpPr>
            <a:spLocks noGrp="1"/>
          </p:cNvSpPr>
          <p:nvPr>
            <p:ph type="title"/>
          </p:nvPr>
        </p:nvSpPr>
        <p:spPr>
          <a:xfrm>
            <a:off x="-121738" y="-30480"/>
            <a:ext cx="3337378" cy="2456442"/>
          </a:xfrm>
        </p:spPr>
        <p:txBody>
          <a:bodyPr/>
          <a:lstStyle/>
          <a:p>
            <a:r>
              <a:rPr lang="en-IN" sz="3200" dirty="0"/>
              <a:t>INFORMATION </a:t>
            </a:r>
            <a:br>
              <a:rPr lang="en-IN" sz="3200" dirty="0"/>
            </a:br>
            <a:r>
              <a:rPr lang="en-IN" sz="3200" dirty="0"/>
              <a:t>ARCHITECTURE</a:t>
            </a:r>
          </a:p>
        </p:txBody>
      </p:sp>
      <p:pic>
        <p:nvPicPr>
          <p:cNvPr id="4" name="Picture 3" descr="A diagram of a structure&#10;&#10;AI-generated content may be incorrect.">
            <a:extLst>
              <a:ext uri="{FF2B5EF4-FFF2-40B4-BE49-F238E27FC236}">
                <a16:creationId xmlns:a16="http://schemas.microsoft.com/office/drawing/2014/main" id="{A75F4CA6-6171-280B-0185-F83B97D9217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386074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E25E94-0016-6EB3-FFFD-9D2E9491E9DD}"/>
              </a:ext>
            </a:extLst>
          </p:cNvPr>
          <p:cNvSpPr txBox="1"/>
          <p:nvPr/>
        </p:nvSpPr>
        <p:spPr>
          <a:xfrm>
            <a:off x="3747052" y="238539"/>
            <a:ext cx="6599583" cy="646331"/>
          </a:xfrm>
          <a:prstGeom prst="rect">
            <a:avLst/>
          </a:prstGeom>
          <a:noFill/>
        </p:spPr>
        <p:txBody>
          <a:bodyPr wrap="square" rtlCol="0">
            <a:spAutoFit/>
          </a:bodyPr>
          <a:lstStyle/>
          <a:p>
            <a:r>
              <a:rPr lang="en-US" sz="3600" b="1" dirty="0">
                <a:latin typeface="Aharoni" panose="02010803020104030203" pitchFamily="2" charset="-79"/>
                <a:cs typeface="Aharoni" panose="02010803020104030203" pitchFamily="2" charset="-79"/>
              </a:rPr>
              <a:t>APP PROTOTYPE</a:t>
            </a:r>
            <a:endParaRPr lang="en-IN" sz="3600" b="1" dirty="0">
              <a:latin typeface="Aharoni" panose="02010803020104030203" pitchFamily="2" charset="-79"/>
              <a:cs typeface="Aharoni" panose="02010803020104030203" pitchFamily="2" charset="-79"/>
            </a:endParaRPr>
          </a:p>
        </p:txBody>
      </p:sp>
      <p:pic>
        <p:nvPicPr>
          <p:cNvPr id="4" name="Picture 3">
            <a:extLst>
              <a:ext uri="{FF2B5EF4-FFF2-40B4-BE49-F238E27FC236}">
                <a16:creationId xmlns:a16="http://schemas.microsoft.com/office/drawing/2014/main" id="{DC6875F3-3C5C-30E3-E18D-769183395B89}"/>
              </a:ext>
            </a:extLst>
          </p:cNvPr>
          <p:cNvPicPr>
            <a:picLocks noChangeAspect="1"/>
          </p:cNvPicPr>
          <p:nvPr/>
        </p:nvPicPr>
        <p:blipFill>
          <a:blip r:embed="rId2"/>
          <a:stretch>
            <a:fillRect/>
          </a:stretch>
        </p:blipFill>
        <p:spPr>
          <a:xfrm>
            <a:off x="3747052" y="1576443"/>
            <a:ext cx="2256183" cy="4898292"/>
          </a:xfrm>
          <a:prstGeom prst="rect">
            <a:avLst/>
          </a:prstGeom>
        </p:spPr>
      </p:pic>
      <p:pic>
        <p:nvPicPr>
          <p:cNvPr id="6" name="Picture 5">
            <a:extLst>
              <a:ext uri="{FF2B5EF4-FFF2-40B4-BE49-F238E27FC236}">
                <a16:creationId xmlns:a16="http://schemas.microsoft.com/office/drawing/2014/main" id="{C2CBF41F-56E8-9D2C-0AFC-6CB6A718ED63}"/>
              </a:ext>
            </a:extLst>
          </p:cNvPr>
          <p:cNvPicPr>
            <a:picLocks noChangeAspect="1"/>
          </p:cNvPicPr>
          <p:nvPr/>
        </p:nvPicPr>
        <p:blipFill>
          <a:blip r:embed="rId3"/>
          <a:stretch>
            <a:fillRect/>
          </a:stretch>
        </p:blipFill>
        <p:spPr>
          <a:xfrm>
            <a:off x="6669155" y="1576443"/>
            <a:ext cx="2256183" cy="4834678"/>
          </a:xfrm>
          <a:prstGeom prst="rect">
            <a:avLst/>
          </a:prstGeom>
        </p:spPr>
      </p:pic>
      <p:pic>
        <p:nvPicPr>
          <p:cNvPr id="8" name="Picture 7">
            <a:extLst>
              <a:ext uri="{FF2B5EF4-FFF2-40B4-BE49-F238E27FC236}">
                <a16:creationId xmlns:a16="http://schemas.microsoft.com/office/drawing/2014/main" id="{27C0CFBE-0A83-B7C2-BFA1-FAA5F91532AF}"/>
              </a:ext>
            </a:extLst>
          </p:cNvPr>
          <p:cNvPicPr>
            <a:picLocks noChangeAspect="1"/>
          </p:cNvPicPr>
          <p:nvPr/>
        </p:nvPicPr>
        <p:blipFill>
          <a:blip r:embed="rId4"/>
          <a:stretch>
            <a:fillRect/>
          </a:stretch>
        </p:blipFill>
        <p:spPr>
          <a:xfrm>
            <a:off x="9359146" y="1576443"/>
            <a:ext cx="2256183" cy="4824076"/>
          </a:xfrm>
          <a:prstGeom prst="rect">
            <a:avLst/>
          </a:prstGeom>
        </p:spPr>
      </p:pic>
      <p:pic>
        <p:nvPicPr>
          <p:cNvPr id="10" name="Picture 9">
            <a:extLst>
              <a:ext uri="{FF2B5EF4-FFF2-40B4-BE49-F238E27FC236}">
                <a16:creationId xmlns:a16="http://schemas.microsoft.com/office/drawing/2014/main" id="{6C4896C6-CDDB-E9FC-496D-BA72B501E23E}"/>
              </a:ext>
            </a:extLst>
          </p:cNvPr>
          <p:cNvPicPr>
            <a:picLocks noChangeAspect="1"/>
          </p:cNvPicPr>
          <p:nvPr/>
        </p:nvPicPr>
        <p:blipFill>
          <a:blip r:embed="rId5"/>
          <a:stretch>
            <a:fillRect/>
          </a:stretch>
        </p:blipFill>
        <p:spPr>
          <a:xfrm>
            <a:off x="730129" y="1576444"/>
            <a:ext cx="2267728" cy="4898292"/>
          </a:xfrm>
          <a:prstGeom prst="rect">
            <a:avLst/>
          </a:prstGeom>
        </p:spPr>
      </p:pic>
    </p:spTree>
    <p:extLst>
      <p:ext uri="{BB962C8B-B14F-4D97-AF65-F5344CB8AC3E}">
        <p14:creationId xmlns:p14="http://schemas.microsoft.com/office/powerpoint/2010/main" val="3093950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A7E6D8-51CB-F201-DC0E-B2D438D496C7}"/>
              </a:ext>
            </a:extLst>
          </p:cNvPr>
          <p:cNvSpPr txBox="1"/>
          <p:nvPr/>
        </p:nvSpPr>
        <p:spPr>
          <a:xfrm>
            <a:off x="3667539" y="99679"/>
            <a:ext cx="5705061" cy="646331"/>
          </a:xfrm>
          <a:prstGeom prst="rect">
            <a:avLst/>
          </a:prstGeom>
          <a:noFill/>
        </p:spPr>
        <p:txBody>
          <a:bodyPr wrap="square" rtlCol="0">
            <a:spAutoFit/>
          </a:bodyPr>
          <a:lstStyle/>
          <a:p>
            <a:r>
              <a:rPr lang="en-US" sz="3600" dirty="0">
                <a:latin typeface="Aharoni" panose="02010803020104030203" pitchFamily="2" charset="-79"/>
                <a:cs typeface="Aharoni" panose="02010803020104030203" pitchFamily="2" charset="-79"/>
              </a:rPr>
              <a:t>APP PROTOTYPE</a:t>
            </a:r>
            <a:endParaRPr lang="en-IN" sz="3600" dirty="0">
              <a:latin typeface="Aharoni" panose="02010803020104030203" pitchFamily="2" charset="-79"/>
              <a:cs typeface="Aharoni" panose="02010803020104030203" pitchFamily="2" charset="-79"/>
            </a:endParaRPr>
          </a:p>
        </p:txBody>
      </p:sp>
      <p:pic>
        <p:nvPicPr>
          <p:cNvPr id="4" name="Picture 3">
            <a:extLst>
              <a:ext uri="{FF2B5EF4-FFF2-40B4-BE49-F238E27FC236}">
                <a16:creationId xmlns:a16="http://schemas.microsoft.com/office/drawing/2014/main" id="{B02EE15D-D609-8386-BB0D-864061A8D761}"/>
              </a:ext>
            </a:extLst>
          </p:cNvPr>
          <p:cNvPicPr>
            <a:picLocks noChangeAspect="1"/>
          </p:cNvPicPr>
          <p:nvPr/>
        </p:nvPicPr>
        <p:blipFill>
          <a:blip r:embed="rId2"/>
          <a:stretch>
            <a:fillRect/>
          </a:stretch>
        </p:blipFill>
        <p:spPr>
          <a:xfrm>
            <a:off x="473544" y="746010"/>
            <a:ext cx="2489738" cy="5467498"/>
          </a:xfrm>
          <a:prstGeom prst="rect">
            <a:avLst/>
          </a:prstGeom>
        </p:spPr>
      </p:pic>
      <p:pic>
        <p:nvPicPr>
          <p:cNvPr id="6" name="Picture 5">
            <a:extLst>
              <a:ext uri="{FF2B5EF4-FFF2-40B4-BE49-F238E27FC236}">
                <a16:creationId xmlns:a16="http://schemas.microsoft.com/office/drawing/2014/main" id="{1E9649D0-7784-C98F-D939-237EA4A44BF6}"/>
              </a:ext>
            </a:extLst>
          </p:cNvPr>
          <p:cNvPicPr>
            <a:picLocks noChangeAspect="1"/>
          </p:cNvPicPr>
          <p:nvPr/>
        </p:nvPicPr>
        <p:blipFill>
          <a:blip r:embed="rId3"/>
          <a:stretch>
            <a:fillRect/>
          </a:stretch>
        </p:blipFill>
        <p:spPr>
          <a:xfrm>
            <a:off x="4592824" y="746010"/>
            <a:ext cx="2526069" cy="5467498"/>
          </a:xfrm>
          <a:prstGeom prst="rect">
            <a:avLst/>
          </a:prstGeom>
        </p:spPr>
      </p:pic>
      <p:pic>
        <p:nvPicPr>
          <p:cNvPr id="8" name="Picture 7">
            <a:extLst>
              <a:ext uri="{FF2B5EF4-FFF2-40B4-BE49-F238E27FC236}">
                <a16:creationId xmlns:a16="http://schemas.microsoft.com/office/drawing/2014/main" id="{43772D18-5F6E-3244-484E-47B213839CCA}"/>
              </a:ext>
            </a:extLst>
          </p:cNvPr>
          <p:cNvPicPr>
            <a:picLocks noChangeAspect="1"/>
          </p:cNvPicPr>
          <p:nvPr/>
        </p:nvPicPr>
        <p:blipFill>
          <a:blip r:embed="rId4"/>
          <a:stretch>
            <a:fillRect/>
          </a:stretch>
        </p:blipFill>
        <p:spPr>
          <a:xfrm>
            <a:off x="8302123" y="746010"/>
            <a:ext cx="2559976" cy="5467498"/>
          </a:xfrm>
          <a:prstGeom prst="rect">
            <a:avLst/>
          </a:prstGeom>
        </p:spPr>
      </p:pic>
    </p:spTree>
    <p:extLst>
      <p:ext uri="{BB962C8B-B14F-4D97-AF65-F5344CB8AC3E}">
        <p14:creationId xmlns:p14="http://schemas.microsoft.com/office/powerpoint/2010/main" val="1967215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1F3CA-FA3F-489B-62B9-07177FD13380}"/>
              </a:ext>
            </a:extLst>
          </p:cNvPr>
          <p:cNvSpPr>
            <a:spLocks noGrp="1"/>
          </p:cNvSpPr>
          <p:nvPr>
            <p:ph type="title" idx="4294967295"/>
          </p:nvPr>
        </p:nvSpPr>
        <p:spPr>
          <a:xfrm>
            <a:off x="0" y="-11113"/>
            <a:ext cx="3113088" cy="2457451"/>
          </a:xfrm>
        </p:spPr>
        <p:txBody>
          <a:bodyPr/>
          <a:lstStyle/>
          <a:p>
            <a:r>
              <a:rPr lang="en-IN" dirty="0">
                <a:latin typeface="Aharoni" panose="02010803020104030203" pitchFamily="2" charset="-79"/>
                <a:cs typeface="Aharoni" panose="02010803020104030203" pitchFamily="2" charset="-79"/>
              </a:rPr>
              <a:t>Usability Testing</a:t>
            </a:r>
          </a:p>
        </p:txBody>
      </p:sp>
      <p:pic>
        <p:nvPicPr>
          <p:cNvPr id="4" name="Picture 3" descr="A close-up of a blue bubble&#10;&#10;AI-generated content may be incorrect.">
            <a:extLst>
              <a:ext uri="{FF2B5EF4-FFF2-40B4-BE49-F238E27FC236}">
                <a16:creationId xmlns:a16="http://schemas.microsoft.com/office/drawing/2014/main" id="{F8D489BD-F716-70F4-A6B0-9A3275F44646}"/>
              </a:ext>
            </a:extLst>
          </p:cNvPr>
          <p:cNvPicPr>
            <a:picLocks noChangeAspect="1"/>
          </p:cNvPicPr>
          <p:nvPr/>
        </p:nvPicPr>
        <p:blipFill>
          <a:blip r:embed="rId2"/>
          <a:stretch>
            <a:fillRect/>
          </a:stretch>
        </p:blipFill>
        <p:spPr>
          <a:xfrm>
            <a:off x="0" y="-11113"/>
            <a:ext cx="10287000" cy="6858000"/>
          </a:xfrm>
          <a:prstGeom prst="rect">
            <a:avLst/>
          </a:prstGeom>
        </p:spPr>
      </p:pic>
    </p:spTree>
    <p:extLst>
      <p:ext uri="{BB962C8B-B14F-4D97-AF65-F5344CB8AC3E}">
        <p14:creationId xmlns:p14="http://schemas.microsoft.com/office/powerpoint/2010/main" val="2973786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80E618-6BB0-8539-7933-4CBB2C1AAB04}"/>
              </a:ext>
            </a:extLst>
          </p:cNvPr>
          <p:cNvSpPr txBox="1"/>
          <p:nvPr/>
        </p:nvSpPr>
        <p:spPr>
          <a:xfrm>
            <a:off x="2871019" y="2399071"/>
            <a:ext cx="7256207" cy="2308324"/>
          </a:xfrm>
          <a:prstGeom prst="rect">
            <a:avLst/>
          </a:prstGeom>
          <a:noFill/>
        </p:spPr>
        <p:txBody>
          <a:bodyPr wrap="square" rtlCol="0">
            <a:spAutoFit/>
          </a:bodyPr>
          <a:lstStyle/>
          <a:p>
            <a:r>
              <a:rPr lang="en-US" sz="7200" dirty="0">
                <a:latin typeface="Aharoni" panose="02010803020104030203" pitchFamily="2" charset="-79"/>
                <a:cs typeface="Aharoni" panose="02010803020104030203" pitchFamily="2" charset="-79"/>
              </a:rPr>
              <a:t>Thank </a:t>
            </a:r>
          </a:p>
          <a:p>
            <a:r>
              <a:rPr lang="en-US" sz="7200" dirty="0">
                <a:latin typeface="Aharoni" panose="02010803020104030203" pitchFamily="2" charset="-79"/>
                <a:cs typeface="Aharoni" panose="02010803020104030203" pitchFamily="2" charset="-79"/>
              </a:rPr>
              <a:t>          you</a:t>
            </a:r>
            <a:endParaRPr lang="en-IN" sz="7200"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1003407903"/>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10B6F4"/>
      </a:accent1>
      <a:accent2>
        <a:srgbClr val="3C78C3"/>
      </a:accent2>
      <a:accent3>
        <a:srgbClr val="9F52D0"/>
      </a:accent3>
      <a:accent4>
        <a:srgbClr val="D64198"/>
      </a:accent4>
      <a:accent5>
        <a:srgbClr val="DA2228"/>
      </a:accent5>
      <a:accent6>
        <a:srgbClr val="F18318"/>
      </a:accent6>
      <a:hlink>
        <a:srgbClr val="38DDEC"/>
      </a:hlink>
      <a:folHlink>
        <a:srgbClr val="A8DEE8"/>
      </a:folHlink>
    </a:clrScheme>
    <a:fontScheme name="Custom 166">
      <a:majorFont>
        <a:latin typeface="Rockwell"/>
        <a:ea typeface=""/>
        <a:cs typeface=""/>
      </a:majorFont>
      <a:minorFont>
        <a:latin typeface="Calibri Light"/>
        <a:ea typeface=""/>
        <a:cs typeface=""/>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TF78283625_Create your own colony_RVA_v4" id="{93607F6B-BDE1-4476-ACE8-74700425F8D8}" vid="{4188D37A-CBA0-455A-8BE1-A937487D03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631B5746-CAD5-4443-BB83-67B4949E74D6}">
  <ds:schemaRefs>
    <ds:schemaRef ds:uri="http://schemas.microsoft.com/sharepoint/v3/contenttype/forms"/>
  </ds:schemaRefs>
</ds:datastoreItem>
</file>

<file path=customXml/itemProps2.xml><?xml version="1.0" encoding="utf-8"?>
<ds:datastoreItem xmlns:ds="http://schemas.openxmlformats.org/officeDocument/2006/customXml" ds:itemID="{4A601EF4-F70B-49A6-BC24-D5D4B7027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E0E54A-B6AE-42DB-94AE-11AE29201034}">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Create your own colony</Template>
  <TotalTime>660</TotalTime>
  <Words>1615</Words>
  <Application>Microsoft Office PowerPoint</Application>
  <PresentationFormat>Widescreen</PresentationFormat>
  <Paragraphs>206</Paragraphs>
  <Slides>17</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Aharoni</vt:lpstr>
      <vt:lpstr>Arial</vt:lpstr>
      <vt:lpstr>Calibri</vt:lpstr>
      <vt:lpstr>Calibri Light</vt:lpstr>
      <vt:lpstr>Rockwell</vt:lpstr>
      <vt:lpstr>Tahoma</vt:lpstr>
      <vt:lpstr>Wingdings</vt:lpstr>
      <vt:lpstr>Atlas</vt:lpstr>
      <vt:lpstr>CODE COMPANION</vt:lpstr>
      <vt:lpstr>PROBLEM  STATEMENT</vt:lpstr>
      <vt:lpstr>CODE COMPANION</vt:lpstr>
      <vt:lpstr>PRIMARY  RESEARCH</vt:lpstr>
      <vt:lpstr>Interview Questionnaire</vt:lpstr>
      <vt:lpstr>Competitive Analysis</vt:lpstr>
      <vt:lpstr>Persona-1</vt:lpstr>
      <vt:lpstr>PowerPoint Presentation</vt:lpstr>
      <vt:lpstr>Empathy Map</vt:lpstr>
      <vt:lpstr>Story  board</vt:lpstr>
      <vt:lpstr>PowerPoint Presentation</vt:lpstr>
      <vt:lpstr>PowerPoint Presentation</vt:lpstr>
      <vt:lpstr>INFORMATION  ARCHITECTURE</vt:lpstr>
      <vt:lpstr>PowerPoint Presentation</vt:lpstr>
      <vt:lpstr>PowerPoint Presentation</vt:lpstr>
      <vt:lpstr>Usability Testing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Rishi Naga Sai Mukka</dc:creator>
  <cp:lastModifiedBy>Rishi Naga Sai Mukka</cp:lastModifiedBy>
  <cp:revision>8</cp:revision>
  <dcterms:created xsi:type="dcterms:W3CDTF">2025-07-07T13:50:27Z</dcterms:created>
  <dcterms:modified xsi:type="dcterms:W3CDTF">2025-07-08T14:42:35Z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